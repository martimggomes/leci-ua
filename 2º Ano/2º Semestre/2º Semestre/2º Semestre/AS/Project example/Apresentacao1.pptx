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76" r:id="rId3"/>
    <p:sldId id="268" r:id="rId4"/>
    <p:sldId id="266" r:id="rId5"/>
    <p:sldId id="281" r:id="rId6"/>
    <p:sldId id="263" r:id="rId7"/>
    <p:sldId id="289" r:id="rId8"/>
  </p:sldIdLst>
  <p:sldSz cx="9144000" cy="5143500" type="screen16x9"/>
  <p:notesSz cx="6858000" cy="9144000"/>
  <p:embeddedFontLst>
    <p:embeddedFont>
      <p:font typeface="Arial Nova" panose="020B0504020202020204" pitchFamily="34" charset="0"/>
      <p:regular r:id="rId10"/>
      <p:bold r:id="rId11"/>
      <p:italic r:id="rId12"/>
      <p:boldItalic r:id="rId13"/>
    </p:embeddedFont>
    <p:embeddedFont>
      <p:font typeface="Fira Sans Extra Condensed" panose="020B05030500000200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48474-69DA-CD58-1F12-28DF81398585}" v="6" dt="2024-04-17T16:21:18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úben Franco" userId="S::rrfranco@ua.pt::a0ed9411-83f7-41c5-8f13-313b6bcd7ecf" providerId="AD" clId="Web-{655AB423-B64D-EE8D-E245-083A661BF777}"/>
    <pc:docChg chg="modSld">
      <pc:chgData name="Rúben Franco" userId="S::rrfranco@ua.pt::a0ed9411-83f7-41c5-8f13-313b6bcd7ecf" providerId="AD" clId="Web-{655AB423-B64D-EE8D-E245-083A661BF777}" dt="2024-04-15T15:33:03.208" v="33" actId="20577"/>
      <pc:docMkLst>
        <pc:docMk/>
      </pc:docMkLst>
      <pc:sldChg chg="modSp">
        <pc:chgData name="Rúben Franco" userId="S::rrfranco@ua.pt::a0ed9411-83f7-41c5-8f13-313b6bcd7ecf" providerId="AD" clId="Web-{655AB423-B64D-EE8D-E245-083A661BF777}" dt="2024-04-15T15:24:28.611" v="21" actId="20577"/>
        <pc:sldMkLst>
          <pc:docMk/>
          <pc:sldMk cId="0" sldId="263"/>
        </pc:sldMkLst>
        <pc:spChg chg="mod">
          <ac:chgData name="Rúben Franco" userId="S::rrfranco@ua.pt::a0ed9411-83f7-41c5-8f13-313b6bcd7ecf" providerId="AD" clId="Web-{655AB423-B64D-EE8D-E245-083A661BF777}" dt="2024-04-15T15:24:28.611" v="21" actId="20577"/>
          <ac:spMkLst>
            <pc:docMk/>
            <pc:sldMk cId="0" sldId="263"/>
            <ac:spMk id="3" creationId="{8FAC92B2-8921-8BEC-C1AD-A03B8D662CE2}"/>
          </ac:spMkLst>
        </pc:spChg>
      </pc:sldChg>
      <pc:sldChg chg="modSp">
        <pc:chgData name="Rúben Franco" userId="S::rrfranco@ua.pt::a0ed9411-83f7-41c5-8f13-313b6bcd7ecf" providerId="AD" clId="Web-{655AB423-B64D-EE8D-E245-083A661BF777}" dt="2024-04-15T15:27:14.273" v="29" actId="20577"/>
        <pc:sldMkLst>
          <pc:docMk/>
          <pc:sldMk cId="0" sldId="266"/>
        </pc:sldMkLst>
        <pc:spChg chg="mod">
          <ac:chgData name="Rúben Franco" userId="S::rrfranco@ua.pt::a0ed9411-83f7-41c5-8f13-313b6bcd7ecf" providerId="AD" clId="Web-{655AB423-B64D-EE8D-E245-083A661BF777}" dt="2024-04-15T15:27:14.273" v="29" actId="20577"/>
          <ac:spMkLst>
            <pc:docMk/>
            <pc:sldMk cId="0" sldId="266"/>
            <ac:spMk id="7" creationId="{0D6D5E0B-BB9A-357A-BB99-E19C1EDA8331}"/>
          </ac:spMkLst>
        </pc:spChg>
      </pc:sldChg>
      <pc:sldChg chg="modSp">
        <pc:chgData name="Rúben Franco" userId="S::rrfranco@ua.pt::a0ed9411-83f7-41c5-8f13-313b6bcd7ecf" providerId="AD" clId="Web-{655AB423-B64D-EE8D-E245-083A661BF777}" dt="2024-04-15T15:25:46.067" v="28"/>
        <pc:sldMkLst>
          <pc:docMk/>
          <pc:sldMk cId="0" sldId="268"/>
        </pc:sldMkLst>
        <pc:spChg chg="mod">
          <ac:chgData name="Rúben Franco" userId="S::rrfranco@ua.pt::a0ed9411-83f7-41c5-8f13-313b6bcd7ecf" providerId="AD" clId="Web-{655AB423-B64D-EE8D-E245-083A661BF777}" dt="2024-04-15T15:25:08.315" v="24"/>
          <ac:spMkLst>
            <pc:docMk/>
            <pc:sldMk cId="0" sldId="268"/>
            <ac:spMk id="564" creationId="{00000000-0000-0000-0000-000000000000}"/>
          </ac:spMkLst>
        </pc:spChg>
        <pc:spChg chg="mod">
          <ac:chgData name="Rúben Franco" userId="S::rrfranco@ua.pt::a0ed9411-83f7-41c5-8f13-313b6bcd7ecf" providerId="AD" clId="Web-{655AB423-B64D-EE8D-E245-083A661BF777}" dt="2024-04-15T15:25:44.035" v="27"/>
          <ac:spMkLst>
            <pc:docMk/>
            <pc:sldMk cId="0" sldId="268"/>
            <ac:spMk id="565" creationId="{00000000-0000-0000-0000-000000000000}"/>
          </ac:spMkLst>
        </pc:spChg>
        <pc:spChg chg="mod">
          <ac:chgData name="Rúben Franco" userId="S::rrfranco@ua.pt::a0ed9411-83f7-41c5-8f13-313b6bcd7ecf" providerId="AD" clId="Web-{655AB423-B64D-EE8D-E245-083A661BF777}" dt="2024-04-15T15:25:46.067" v="28"/>
          <ac:spMkLst>
            <pc:docMk/>
            <pc:sldMk cId="0" sldId="268"/>
            <ac:spMk id="581" creationId="{00000000-0000-0000-0000-000000000000}"/>
          </ac:spMkLst>
        </pc:spChg>
      </pc:sldChg>
      <pc:sldChg chg="modSp">
        <pc:chgData name="Rúben Franco" userId="S::rrfranco@ua.pt::a0ed9411-83f7-41c5-8f13-313b6bcd7ecf" providerId="AD" clId="Web-{655AB423-B64D-EE8D-E245-083A661BF777}" dt="2024-04-15T15:33:03.208" v="33" actId="20577"/>
        <pc:sldMkLst>
          <pc:docMk/>
          <pc:sldMk cId="0" sldId="276"/>
        </pc:sldMkLst>
        <pc:spChg chg="mod">
          <ac:chgData name="Rúben Franco" userId="S::rrfranco@ua.pt::a0ed9411-83f7-41c5-8f13-313b6bcd7ecf" providerId="AD" clId="Web-{655AB423-B64D-EE8D-E245-083A661BF777}" dt="2024-04-15T15:33:03.208" v="33" actId="20577"/>
          <ac:spMkLst>
            <pc:docMk/>
            <pc:sldMk cId="0" sldId="276"/>
            <ac:spMk id="2" creationId="{B2BF249C-91D0-D3A4-7B59-1C90BE08FF7F}"/>
          </ac:spMkLst>
        </pc:spChg>
      </pc:sldChg>
    </pc:docChg>
  </pc:docChgLst>
  <pc:docChgLst>
    <pc:chgData name="António Costa" userId="S::arpcosta@ua.pt::f59dee56-c985-4c2e-97b4-ffdb0b1ffcd0" providerId="AD" clId="Web-{89A48474-69DA-CD58-1F12-28DF81398585}"/>
    <pc:docChg chg="modSld">
      <pc:chgData name="António Costa" userId="S::arpcosta@ua.pt::f59dee56-c985-4c2e-97b4-ffdb0b1ffcd0" providerId="AD" clId="Web-{89A48474-69DA-CD58-1F12-28DF81398585}" dt="2024-04-17T16:21:18.760" v="5" actId="1076"/>
      <pc:docMkLst>
        <pc:docMk/>
      </pc:docMkLst>
      <pc:sldChg chg="modSp">
        <pc:chgData name="António Costa" userId="S::arpcosta@ua.pt::f59dee56-c985-4c2e-97b4-ffdb0b1ffcd0" providerId="AD" clId="Web-{89A48474-69DA-CD58-1F12-28DF81398585}" dt="2024-04-17T16:21:18.760" v="5" actId="1076"/>
        <pc:sldMkLst>
          <pc:docMk/>
          <pc:sldMk cId="0" sldId="268"/>
        </pc:sldMkLst>
        <pc:grpChg chg="mod">
          <ac:chgData name="António Costa" userId="S::arpcosta@ua.pt::f59dee56-c985-4c2e-97b4-ffdb0b1ffcd0" providerId="AD" clId="Web-{89A48474-69DA-CD58-1F12-28DF81398585}" dt="2024-04-17T16:01:01.205" v="1" actId="1076"/>
          <ac:grpSpMkLst>
            <pc:docMk/>
            <pc:sldMk cId="0" sldId="268"/>
            <ac:grpSpMk id="558" creationId="{00000000-0000-0000-0000-000000000000}"/>
          </ac:grpSpMkLst>
        </pc:grpChg>
        <pc:picChg chg="mod">
          <ac:chgData name="António Costa" userId="S::arpcosta@ua.pt::f59dee56-c985-4c2e-97b4-ffdb0b1ffcd0" providerId="AD" clId="Web-{89A48474-69DA-CD58-1F12-28DF81398585}" dt="2024-04-17T16:21:18.760" v="5" actId="1076"/>
          <ac:picMkLst>
            <pc:docMk/>
            <pc:sldMk cId="0" sldId="268"/>
            <ac:picMk id="5" creationId="{BE051392-6203-B013-5868-0D5DCB0272D7}"/>
          </ac:picMkLst>
        </pc:picChg>
      </pc:sldChg>
    </pc:docChg>
  </pc:docChgLst>
  <pc:docChgLst>
    <pc:chgData name="Bruno Oliveira" userId="S::brunogoliveira@ua.pt::e5f99647-13aa-46cb-aca2-a8274487e73a" providerId="AD" clId="Web-{B6B84187-33A4-4223-C3CE-A950DCC87961}"/>
    <pc:docChg chg="modSld">
      <pc:chgData name="Bruno Oliveira" userId="S::brunogoliveira@ua.pt::e5f99647-13aa-46cb-aca2-a8274487e73a" providerId="AD" clId="Web-{B6B84187-33A4-4223-C3CE-A950DCC87961}" dt="2024-04-15T15:39:45.950" v="86" actId="20577"/>
      <pc:docMkLst>
        <pc:docMk/>
      </pc:docMkLst>
      <pc:sldChg chg="modSp">
        <pc:chgData name="Bruno Oliveira" userId="S::brunogoliveira@ua.pt::e5f99647-13aa-46cb-aca2-a8274487e73a" providerId="AD" clId="Web-{B6B84187-33A4-4223-C3CE-A950DCC87961}" dt="2024-04-15T15:36:29.135" v="79" actId="20577"/>
        <pc:sldMkLst>
          <pc:docMk/>
          <pc:sldMk cId="0" sldId="268"/>
        </pc:sldMkLst>
        <pc:spChg chg="mod">
          <ac:chgData name="Bruno Oliveira" userId="S::brunogoliveira@ua.pt::e5f99647-13aa-46cb-aca2-a8274487e73a" providerId="AD" clId="Web-{B6B84187-33A4-4223-C3CE-A950DCC87961}" dt="2024-04-15T15:36:29.135" v="79" actId="20577"/>
          <ac:spMkLst>
            <pc:docMk/>
            <pc:sldMk cId="0" sldId="268"/>
            <ac:spMk id="564" creationId="{00000000-0000-0000-0000-000000000000}"/>
          </ac:spMkLst>
        </pc:spChg>
      </pc:sldChg>
      <pc:sldChg chg="modSp">
        <pc:chgData name="Bruno Oliveira" userId="S::brunogoliveira@ua.pt::e5f99647-13aa-46cb-aca2-a8274487e73a" providerId="AD" clId="Web-{B6B84187-33A4-4223-C3CE-A950DCC87961}" dt="2024-04-15T15:39:45.950" v="86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B6B84187-33A4-4223-C3CE-A950DCC87961}" dt="2024-04-15T15:39:45.950" v="86" actId="20577"/>
          <ac:spMkLst>
            <pc:docMk/>
            <pc:sldMk cId="0" sldId="276"/>
            <ac:spMk id="2" creationId="{B2BF249C-91D0-D3A4-7B59-1C90BE08FF7F}"/>
          </ac:spMkLst>
        </pc:spChg>
      </pc:sldChg>
    </pc:docChg>
  </pc:docChgLst>
  <pc:docChgLst>
    <pc:chgData name="António Costa" userId="S::arpcosta@ua.pt::f59dee56-c985-4c2e-97b4-ffdb0b1ffcd0" providerId="AD" clId="Web-{E76769D8-0F36-FEA3-3F3B-2534B2081439}"/>
    <pc:docChg chg="modSld">
      <pc:chgData name="António Costa" userId="S::arpcosta@ua.pt::f59dee56-c985-4c2e-97b4-ffdb0b1ffcd0" providerId="AD" clId="Web-{E76769D8-0F36-FEA3-3F3B-2534B2081439}" dt="2024-04-15T15:28:19.727" v="26" actId="1076"/>
      <pc:docMkLst>
        <pc:docMk/>
      </pc:docMkLst>
      <pc:sldChg chg="addSp modSp">
        <pc:chgData name="António Costa" userId="S::arpcosta@ua.pt::f59dee56-c985-4c2e-97b4-ffdb0b1ffcd0" providerId="AD" clId="Web-{E76769D8-0F36-FEA3-3F3B-2534B2081439}" dt="2024-04-15T15:25:57.128" v="25"/>
        <pc:sldMkLst>
          <pc:docMk/>
          <pc:sldMk cId="0" sldId="263"/>
        </pc:sldMkLst>
        <pc:spChg chg="mod">
          <ac:chgData name="António Costa" userId="S::arpcosta@ua.pt::f59dee56-c985-4c2e-97b4-ffdb0b1ffcd0" providerId="AD" clId="Web-{E76769D8-0F36-FEA3-3F3B-2534B2081439}" dt="2024-04-15T15:25:57.128" v="25"/>
          <ac:spMkLst>
            <pc:docMk/>
            <pc:sldMk cId="0" sldId="263"/>
            <ac:spMk id="3" creationId="{8FAC92B2-8921-8BEC-C1AD-A03B8D662CE2}"/>
          </ac:spMkLst>
        </pc:spChg>
        <pc:spChg chg="mod">
          <ac:chgData name="António Costa" userId="S::arpcosta@ua.pt::f59dee56-c985-4c2e-97b4-ffdb0b1ffcd0" providerId="AD" clId="Web-{E76769D8-0F36-FEA3-3F3B-2534B2081439}" dt="2024-04-15T15:25:57.128" v="25"/>
          <ac:spMkLst>
            <pc:docMk/>
            <pc:sldMk cId="0" sldId="263"/>
            <ac:spMk id="364" creationId="{00000000-0000-0000-0000-000000000000}"/>
          </ac:spMkLst>
        </pc:spChg>
        <pc:picChg chg="add mod">
          <ac:chgData name="António Costa" userId="S::arpcosta@ua.pt::f59dee56-c985-4c2e-97b4-ffdb0b1ffcd0" providerId="AD" clId="Web-{E76769D8-0F36-FEA3-3F3B-2534B2081439}" dt="2024-04-15T15:25:57.128" v="25"/>
          <ac:picMkLst>
            <pc:docMk/>
            <pc:sldMk cId="0" sldId="263"/>
            <ac:picMk id="2" creationId="{3E7E7E6F-F3E0-657A-BAC2-F39C83087B46}"/>
          </ac:picMkLst>
        </pc:picChg>
      </pc:sldChg>
      <pc:sldChg chg="modSp">
        <pc:chgData name="António Costa" userId="S::arpcosta@ua.pt::f59dee56-c985-4c2e-97b4-ffdb0b1ffcd0" providerId="AD" clId="Web-{E76769D8-0F36-FEA3-3F3B-2534B2081439}" dt="2024-04-15T15:17:14.953" v="7" actId="1076"/>
        <pc:sldMkLst>
          <pc:docMk/>
          <pc:sldMk cId="0" sldId="268"/>
        </pc:sldMkLst>
        <pc:spChg chg="mod">
          <ac:chgData name="António Costa" userId="S::arpcosta@ua.pt::f59dee56-c985-4c2e-97b4-ffdb0b1ffcd0" providerId="AD" clId="Web-{E76769D8-0F36-FEA3-3F3B-2534B2081439}" dt="2024-04-15T15:17:14.953" v="7" actId="1076"/>
          <ac:spMkLst>
            <pc:docMk/>
            <pc:sldMk cId="0" sldId="268"/>
            <ac:spMk id="564" creationId="{00000000-0000-0000-0000-000000000000}"/>
          </ac:spMkLst>
        </pc:spChg>
        <pc:spChg chg="mod">
          <ac:chgData name="António Costa" userId="S::arpcosta@ua.pt::f59dee56-c985-4c2e-97b4-ffdb0b1ffcd0" providerId="AD" clId="Web-{E76769D8-0F36-FEA3-3F3B-2534B2081439}" dt="2024-04-15T15:16:48.327" v="2" actId="1076"/>
          <ac:spMkLst>
            <pc:docMk/>
            <pc:sldMk cId="0" sldId="268"/>
            <ac:spMk id="565" creationId="{00000000-0000-0000-0000-000000000000}"/>
          </ac:spMkLst>
        </pc:spChg>
        <pc:spChg chg="mod">
          <ac:chgData name="António Costa" userId="S::arpcosta@ua.pt::f59dee56-c985-4c2e-97b4-ffdb0b1ffcd0" providerId="AD" clId="Web-{E76769D8-0F36-FEA3-3F3B-2534B2081439}" dt="2024-04-15T15:16:53.390" v="3" actId="1076"/>
          <ac:spMkLst>
            <pc:docMk/>
            <pc:sldMk cId="0" sldId="268"/>
            <ac:spMk id="580" creationId="{00000000-0000-0000-0000-000000000000}"/>
          </ac:spMkLst>
        </pc:spChg>
        <pc:spChg chg="mod">
          <ac:chgData name="António Costa" userId="S::arpcosta@ua.pt::f59dee56-c985-4c2e-97b4-ffdb0b1ffcd0" providerId="AD" clId="Web-{E76769D8-0F36-FEA3-3F3B-2534B2081439}" dt="2024-04-15T15:16:56.859" v="4" actId="1076"/>
          <ac:spMkLst>
            <pc:docMk/>
            <pc:sldMk cId="0" sldId="268"/>
            <ac:spMk id="581" creationId="{00000000-0000-0000-0000-000000000000}"/>
          </ac:spMkLst>
        </pc:spChg>
        <pc:picChg chg="mod">
          <ac:chgData name="António Costa" userId="S::arpcosta@ua.pt::f59dee56-c985-4c2e-97b4-ffdb0b1ffcd0" providerId="AD" clId="Web-{E76769D8-0F36-FEA3-3F3B-2534B2081439}" dt="2024-04-15T15:17:05.453" v="6" actId="1076"/>
          <ac:picMkLst>
            <pc:docMk/>
            <pc:sldMk cId="0" sldId="268"/>
            <ac:picMk id="5" creationId="{BE051392-6203-B013-5868-0D5DCB0272D7}"/>
          </ac:picMkLst>
        </pc:picChg>
      </pc:sldChg>
      <pc:sldChg chg="modSp">
        <pc:chgData name="António Costa" userId="S::arpcosta@ua.pt::f59dee56-c985-4c2e-97b4-ffdb0b1ffcd0" providerId="AD" clId="Web-{E76769D8-0F36-FEA3-3F3B-2534B2081439}" dt="2024-04-15T15:28:19.727" v="26" actId="1076"/>
        <pc:sldMkLst>
          <pc:docMk/>
          <pc:sldMk cId="0" sldId="276"/>
        </pc:sldMkLst>
        <pc:spChg chg="mod">
          <ac:chgData name="António Costa" userId="S::arpcosta@ua.pt::f59dee56-c985-4c2e-97b4-ffdb0b1ffcd0" providerId="AD" clId="Web-{E76769D8-0F36-FEA3-3F3B-2534B2081439}" dt="2024-04-15T15:28:19.727" v="26" actId="1076"/>
          <ac:spMkLst>
            <pc:docMk/>
            <pc:sldMk cId="0" sldId="276"/>
            <ac:spMk id="2" creationId="{B2BF249C-91D0-D3A4-7B59-1C90BE08FF7F}"/>
          </ac:spMkLst>
        </pc:spChg>
      </pc:sldChg>
    </pc:docChg>
  </pc:docChgLst>
  <pc:docChgLst>
    <pc:chgData name="António Costa" userId="f59dee56-c985-4c2e-97b4-ffdb0b1ffcd0" providerId="ADAL" clId="{6A7660A8-8A18-45B4-B5F1-42490682D131}"/>
    <pc:docChg chg="modSld">
      <pc:chgData name="António Costa" userId="f59dee56-c985-4c2e-97b4-ffdb0b1ffcd0" providerId="ADAL" clId="{6A7660A8-8A18-45B4-B5F1-42490682D131}" dt="2024-04-17T20:38:39.422" v="2" actId="1076"/>
      <pc:docMkLst>
        <pc:docMk/>
      </pc:docMkLst>
      <pc:sldChg chg="modSp mod">
        <pc:chgData name="António Costa" userId="f59dee56-c985-4c2e-97b4-ffdb0b1ffcd0" providerId="ADAL" clId="{6A7660A8-8A18-45B4-B5F1-42490682D131}" dt="2024-04-17T20:38:39.422" v="2" actId="1076"/>
        <pc:sldMkLst>
          <pc:docMk/>
          <pc:sldMk cId="0" sldId="268"/>
        </pc:sldMkLst>
        <pc:spChg chg="mod">
          <ac:chgData name="António Costa" userId="f59dee56-c985-4c2e-97b4-ffdb0b1ffcd0" providerId="ADAL" clId="{6A7660A8-8A18-45B4-B5F1-42490682D131}" dt="2024-04-17T20:38:36.544" v="1" actId="1076"/>
          <ac:spMkLst>
            <pc:docMk/>
            <pc:sldMk cId="0" sldId="268"/>
            <ac:spMk id="564" creationId="{00000000-0000-0000-0000-000000000000}"/>
          </ac:spMkLst>
        </pc:spChg>
        <pc:spChg chg="mod">
          <ac:chgData name="António Costa" userId="f59dee56-c985-4c2e-97b4-ffdb0b1ffcd0" providerId="ADAL" clId="{6A7660A8-8A18-45B4-B5F1-42490682D131}" dt="2024-04-17T20:38:33.355" v="0" actId="1076"/>
          <ac:spMkLst>
            <pc:docMk/>
            <pc:sldMk cId="0" sldId="268"/>
            <ac:spMk id="565" creationId="{00000000-0000-0000-0000-000000000000}"/>
          </ac:spMkLst>
        </pc:spChg>
        <pc:picChg chg="mod">
          <ac:chgData name="António Costa" userId="f59dee56-c985-4c2e-97b4-ffdb0b1ffcd0" providerId="ADAL" clId="{6A7660A8-8A18-45B4-B5F1-42490682D131}" dt="2024-04-17T20:38:39.422" v="2" actId="1076"/>
          <ac:picMkLst>
            <pc:docMk/>
            <pc:sldMk cId="0" sldId="268"/>
            <ac:picMk id="5" creationId="{BE051392-6203-B013-5868-0D5DCB0272D7}"/>
          </ac:picMkLst>
        </pc:picChg>
      </pc:sldChg>
    </pc:docChg>
  </pc:docChgLst>
  <pc:docChgLst>
    <pc:chgData name="Bruno Oliveira" userId="S::brunogoliveira@ua.pt::e5f99647-13aa-46cb-aca2-a8274487e73a" providerId="AD" clId="Web-{3F6E152E-4560-768B-9CDD-730750B8CA1B}"/>
    <pc:docChg chg="modSld sldOrd">
      <pc:chgData name="Bruno Oliveira" userId="S::brunogoliveira@ua.pt::e5f99647-13aa-46cb-aca2-a8274487e73a" providerId="AD" clId="Web-{3F6E152E-4560-768B-9CDD-730750B8CA1B}" dt="2024-04-15T12:01:32.698" v="128" actId="20577"/>
      <pc:docMkLst>
        <pc:docMk/>
      </pc:docMkLst>
      <pc:sldChg chg="modSp">
        <pc:chgData name="Bruno Oliveira" userId="S::brunogoliveira@ua.pt::e5f99647-13aa-46cb-aca2-a8274487e73a" providerId="AD" clId="Web-{3F6E152E-4560-768B-9CDD-730750B8CA1B}" dt="2024-04-15T11:59:06.631" v="106" actId="20577"/>
        <pc:sldMkLst>
          <pc:docMk/>
          <pc:sldMk cId="0" sldId="268"/>
        </pc:sldMkLst>
        <pc:spChg chg="mod">
          <ac:chgData name="Bruno Oliveira" userId="S::brunogoliveira@ua.pt::e5f99647-13aa-46cb-aca2-a8274487e73a" providerId="AD" clId="Web-{3F6E152E-4560-768B-9CDD-730750B8CA1B}" dt="2024-04-15T11:58:58.100" v="104" actId="20577"/>
          <ac:spMkLst>
            <pc:docMk/>
            <pc:sldMk cId="0" sldId="268"/>
            <ac:spMk id="564" creationId="{00000000-0000-0000-0000-000000000000}"/>
          </ac:spMkLst>
        </pc:spChg>
        <pc:spChg chg="mod">
          <ac:chgData name="Bruno Oliveira" userId="S::brunogoliveira@ua.pt::e5f99647-13aa-46cb-aca2-a8274487e73a" providerId="AD" clId="Web-{3F6E152E-4560-768B-9CDD-730750B8CA1B}" dt="2024-04-15T11:59:06.631" v="106" actId="20577"/>
          <ac:spMkLst>
            <pc:docMk/>
            <pc:sldMk cId="0" sldId="268"/>
            <ac:spMk id="580" creationId="{00000000-0000-0000-0000-000000000000}"/>
          </ac:spMkLst>
        </pc:spChg>
      </pc:sldChg>
      <pc:sldChg chg="modSp">
        <pc:chgData name="Bruno Oliveira" userId="S::brunogoliveira@ua.pt::e5f99647-13aa-46cb-aca2-a8274487e73a" providerId="AD" clId="Web-{3F6E152E-4560-768B-9CDD-730750B8CA1B}" dt="2024-04-15T12:01:32.698" v="128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3F6E152E-4560-768B-9CDD-730750B8CA1B}" dt="2024-04-15T12:01:32.698" v="128" actId="20577"/>
          <ac:spMkLst>
            <pc:docMk/>
            <pc:sldMk cId="0" sldId="276"/>
            <ac:spMk id="2" creationId="{B2BF249C-91D0-D3A4-7B59-1C90BE08FF7F}"/>
          </ac:spMkLst>
        </pc:spChg>
      </pc:sldChg>
      <pc:sldChg chg="addSp delSp modSp ord delAnim">
        <pc:chgData name="Bruno Oliveira" userId="S::brunogoliveira@ua.pt::e5f99647-13aa-46cb-aca2-a8274487e73a" providerId="AD" clId="Web-{3F6E152E-4560-768B-9CDD-730750B8CA1B}" dt="2024-04-15T11:58:39.646" v="103" actId="20577"/>
        <pc:sldMkLst>
          <pc:docMk/>
          <pc:sldMk cId="0" sldId="281"/>
        </pc:sldMkLst>
        <pc:spChg chg="add mod">
          <ac:chgData name="Bruno Oliveira" userId="S::brunogoliveira@ua.pt::e5f99647-13aa-46cb-aca2-a8274487e73a" providerId="AD" clId="Web-{3F6E152E-4560-768B-9CDD-730750B8CA1B}" dt="2024-04-15T11:58:39.646" v="103" actId="20577"/>
          <ac:spMkLst>
            <pc:docMk/>
            <pc:sldMk cId="0" sldId="281"/>
            <ac:spMk id="3" creationId="{A501AAB2-44A0-F816-FDFC-F250FE87B322}"/>
          </ac:spMkLst>
        </pc:spChg>
        <pc:grpChg chg="del">
          <ac:chgData name="Bruno Oliveira" userId="S::brunogoliveira@ua.pt::e5f99647-13aa-46cb-aca2-a8274487e73a" providerId="AD" clId="Web-{3F6E152E-4560-768B-9CDD-730750B8CA1B}" dt="2024-04-15T11:57:43.504" v="81"/>
          <ac:grpSpMkLst>
            <pc:docMk/>
            <pc:sldMk cId="0" sldId="281"/>
            <ac:grpSpMk id="1085" creationId="{00000000-0000-0000-0000-000000000000}"/>
          </ac:grpSpMkLst>
        </pc:grpChg>
        <pc:grpChg chg="del">
          <ac:chgData name="Bruno Oliveira" userId="S::brunogoliveira@ua.pt::e5f99647-13aa-46cb-aca2-a8274487e73a" providerId="AD" clId="Web-{3F6E152E-4560-768B-9CDD-730750B8CA1B}" dt="2024-04-15T11:57:43.504" v="80"/>
          <ac:grpSpMkLst>
            <pc:docMk/>
            <pc:sldMk cId="0" sldId="281"/>
            <ac:grpSpMk id="1091" creationId="{00000000-0000-0000-0000-000000000000}"/>
          </ac:grpSpMkLst>
        </pc:grpChg>
        <pc:grpChg chg="del">
          <ac:chgData name="Bruno Oliveira" userId="S::brunogoliveira@ua.pt::e5f99647-13aa-46cb-aca2-a8274487e73a" providerId="AD" clId="Web-{3F6E152E-4560-768B-9CDD-730750B8CA1B}" dt="2024-04-15T11:57:43.504" v="79"/>
          <ac:grpSpMkLst>
            <pc:docMk/>
            <pc:sldMk cId="0" sldId="281"/>
            <ac:grpSpMk id="1097" creationId="{00000000-0000-0000-0000-000000000000}"/>
          </ac:grpSpMkLst>
        </pc:grpChg>
        <pc:picChg chg="del">
          <ac:chgData name="Bruno Oliveira" userId="S::brunogoliveira@ua.pt::e5f99647-13aa-46cb-aca2-a8274487e73a" providerId="AD" clId="Web-{3F6E152E-4560-768B-9CDD-730750B8CA1B}" dt="2024-04-15T11:57:43.504" v="78"/>
          <ac:picMkLst>
            <pc:docMk/>
            <pc:sldMk cId="0" sldId="281"/>
            <ac:picMk id="4098" creationId="{744C1C06-4486-4482-3C18-A6D5DCA3B4A1}"/>
          </ac:picMkLst>
        </pc:picChg>
        <pc:picChg chg="del">
          <ac:chgData name="Bruno Oliveira" userId="S::brunogoliveira@ua.pt::e5f99647-13aa-46cb-aca2-a8274487e73a" providerId="AD" clId="Web-{3F6E152E-4560-768B-9CDD-730750B8CA1B}" dt="2024-04-15T11:57:43.488" v="77"/>
          <ac:picMkLst>
            <pc:docMk/>
            <pc:sldMk cId="0" sldId="281"/>
            <ac:picMk id="4100" creationId="{674BD6C8-D205-20CB-EF0C-1C5794467E13}"/>
          </ac:picMkLst>
        </pc:picChg>
        <pc:picChg chg="del">
          <ac:chgData name="Bruno Oliveira" userId="S::brunogoliveira@ua.pt::e5f99647-13aa-46cb-aca2-a8274487e73a" providerId="AD" clId="Web-{3F6E152E-4560-768B-9CDD-730750B8CA1B}" dt="2024-04-15T11:57:43.488" v="76"/>
          <ac:picMkLst>
            <pc:docMk/>
            <pc:sldMk cId="0" sldId="281"/>
            <ac:picMk id="4102" creationId="{4ACD1EB2-A922-162E-23F5-E1AB2BF28956}"/>
          </ac:picMkLst>
        </pc:picChg>
      </pc:sldChg>
    </pc:docChg>
  </pc:docChgLst>
  <pc:docChgLst>
    <pc:chgData name="Bruno Oliveira" userId="S::brunogoliveira@ua.pt::e5f99647-13aa-46cb-aca2-a8274487e73a" providerId="AD" clId="Web-{29939FCD-35E6-1BCA-6688-C21D66463E7D}"/>
    <pc:docChg chg="delSld modSld sldOrd">
      <pc:chgData name="Bruno Oliveira" userId="S::brunogoliveira@ua.pt::e5f99647-13aa-46cb-aca2-a8274487e73a" providerId="AD" clId="Web-{29939FCD-35E6-1BCA-6688-C21D66463E7D}" dt="2024-04-15T11:40:30.163" v="207" actId="20577"/>
      <pc:docMkLst>
        <pc:docMk/>
      </pc:docMkLst>
      <pc:sldChg chg="modSp">
        <pc:chgData name="Bruno Oliveira" userId="S::brunogoliveira@ua.pt::e5f99647-13aa-46cb-aca2-a8274487e73a" providerId="AD" clId="Web-{29939FCD-35E6-1BCA-6688-C21D66463E7D}" dt="2024-04-15T11:40:30.163" v="207" actId="20577"/>
        <pc:sldMkLst>
          <pc:docMk/>
          <pc:sldMk cId="0" sldId="256"/>
        </pc:sldMkLst>
        <pc:spChg chg="mod">
          <ac:chgData name="Bruno Oliveira" userId="S::brunogoliveira@ua.pt::e5f99647-13aa-46cb-aca2-a8274487e73a" providerId="AD" clId="Web-{29939FCD-35E6-1BCA-6688-C21D66463E7D}" dt="2024-04-15T11:40:30.163" v="207" actId="20577"/>
          <ac:spMkLst>
            <pc:docMk/>
            <pc:sldMk cId="0" sldId="256"/>
            <ac:spMk id="61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29939FCD-35E6-1BCA-6688-C21D66463E7D}" dt="2024-04-15T11:37:42.501" v="201"/>
        <pc:sldMkLst>
          <pc:docMk/>
          <pc:sldMk cId="0" sldId="258"/>
        </pc:sldMkLst>
      </pc:sldChg>
      <pc:sldChg chg="addSp delSp modSp delAnim">
        <pc:chgData name="Bruno Oliveira" userId="S::brunogoliveira@ua.pt::e5f99647-13aa-46cb-aca2-a8274487e73a" providerId="AD" clId="Web-{29939FCD-35E6-1BCA-6688-C21D66463E7D}" dt="2024-04-15T11:37:21.453" v="197" actId="20577"/>
        <pc:sldMkLst>
          <pc:docMk/>
          <pc:sldMk cId="0" sldId="263"/>
        </pc:sldMkLst>
        <pc:spChg chg="add mod">
          <ac:chgData name="Bruno Oliveira" userId="S::brunogoliveira@ua.pt::e5f99647-13aa-46cb-aca2-a8274487e73a" providerId="AD" clId="Web-{29939FCD-35E6-1BCA-6688-C21D66463E7D}" dt="2024-04-15T11:37:21.453" v="197" actId="20577"/>
          <ac:spMkLst>
            <pc:docMk/>
            <pc:sldMk cId="0" sldId="263"/>
            <ac:spMk id="3" creationId="{8FAC92B2-8921-8BEC-C1AD-A03B8D662CE2}"/>
          </ac:spMkLst>
        </pc:spChg>
        <pc:grpChg chg="del">
          <ac:chgData name="Bruno Oliveira" userId="S::brunogoliveira@ua.pt::e5f99647-13aa-46cb-aca2-a8274487e73a" providerId="AD" clId="Web-{29939FCD-35E6-1BCA-6688-C21D66463E7D}" dt="2024-04-15T11:21:18.839" v="133"/>
          <ac:grpSpMkLst>
            <pc:docMk/>
            <pc:sldMk cId="0" sldId="263"/>
            <ac:grpSpMk id="333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21:18.823" v="132"/>
          <ac:grpSpMkLst>
            <pc:docMk/>
            <pc:sldMk cId="0" sldId="263"/>
            <ac:grpSpMk id="337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21:18.823" v="131"/>
          <ac:grpSpMkLst>
            <pc:docMk/>
            <pc:sldMk cId="0" sldId="263"/>
            <ac:grpSpMk id="341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21:18.823" v="130"/>
          <ac:grpSpMkLst>
            <pc:docMk/>
            <pc:sldMk cId="0" sldId="263"/>
            <ac:grpSpMk id="345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21:18.823" v="129"/>
          <ac:grpSpMkLst>
            <pc:docMk/>
            <pc:sldMk cId="0" sldId="263"/>
            <ac:grpSpMk id="349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21:18.823" v="128"/>
          <ac:grpSpMkLst>
            <pc:docMk/>
            <pc:sldMk cId="0" sldId="263"/>
            <ac:grpSpMk id="353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21:11.245" v="125"/>
          <ac:grpSpMkLst>
            <pc:docMk/>
            <pc:sldMk cId="0" sldId="263"/>
            <ac:grpSpMk id="357" creationId="{00000000-0000-0000-0000-000000000000}"/>
          </ac:grpSpMkLst>
        </pc:grpChg>
        <pc:picChg chg="del">
          <ac:chgData name="Bruno Oliveira" userId="S::brunogoliveira@ua.pt::e5f99647-13aa-46cb-aca2-a8274487e73a" providerId="AD" clId="Web-{29939FCD-35E6-1BCA-6688-C21D66463E7D}" dt="2024-04-15T11:21:18.823" v="127"/>
          <ac:picMkLst>
            <pc:docMk/>
            <pc:sldMk cId="0" sldId="263"/>
            <ac:picMk id="5122" creationId="{A98C0B16-4DC1-A47C-AC38-38ADE7A75247}"/>
          </ac:picMkLst>
        </pc:picChg>
        <pc:picChg chg="del">
          <ac:chgData name="Bruno Oliveira" userId="S::brunogoliveira@ua.pt::e5f99647-13aa-46cb-aca2-a8274487e73a" providerId="AD" clId="Web-{29939FCD-35E6-1BCA-6688-C21D66463E7D}" dt="2024-04-15T11:21:18.823" v="126"/>
          <ac:picMkLst>
            <pc:docMk/>
            <pc:sldMk cId="0" sldId="263"/>
            <ac:picMk id="5128" creationId="{F143CE4E-5EDE-D0EE-83DC-4C74FD861F85}"/>
          </ac:picMkLst>
        </pc:picChg>
      </pc:sldChg>
      <pc:sldChg chg="addSp delSp modSp delAnim">
        <pc:chgData name="Bruno Oliveira" userId="S::brunogoliveira@ua.pt::e5f99647-13aa-46cb-aca2-a8274487e73a" providerId="AD" clId="Web-{29939FCD-35E6-1BCA-6688-C21D66463E7D}" dt="2024-04-15T11:36:15.263" v="192" actId="20577"/>
        <pc:sldMkLst>
          <pc:docMk/>
          <pc:sldMk cId="0" sldId="266"/>
        </pc:sldMkLst>
        <pc:spChg chg="add del mod">
          <ac:chgData name="Bruno Oliveira" userId="S::brunogoliveira@ua.pt::e5f99647-13aa-46cb-aca2-a8274487e73a" providerId="AD" clId="Web-{29939FCD-35E6-1BCA-6688-C21D66463E7D}" dt="2024-04-15T11:33:27.054" v="165"/>
          <ac:spMkLst>
            <pc:docMk/>
            <pc:sldMk cId="0" sldId="266"/>
            <ac:spMk id="2" creationId="{9ECD324F-9BB8-286C-D88B-71B8FCFC2F56}"/>
          </ac:spMkLst>
        </pc:spChg>
        <pc:spChg chg="add del">
          <ac:chgData name="Bruno Oliveira" userId="S::brunogoliveira@ua.pt::e5f99647-13aa-46cb-aca2-a8274487e73a" providerId="AD" clId="Web-{29939FCD-35E6-1BCA-6688-C21D66463E7D}" dt="2024-04-15T11:33:46.758" v="167"/>
          <ac:spMkLst>
            <pc:docMk/>
            <pc:sldMk cId="0" sldId="266"/>
            <ac:spMk id="3" creationId="{716BF2F1-B92A-623B-3DFC-3ABFE6107573}"/>
          </ac:spMkLst>
        </pc:spChg>
        <pc:spChg chg="add del">
          <ac:chgData name="Bruno Oliveira" userId="S::brunogoliveira@ua.pt::e5f99647-13aa-46cb-aca2-a8274487e73a" providerId="AD" clId="Web-{29939FCD-35E6-1BCA-6688-C21D66463E7D}" dt="2024-04-15T11:33:53.149" v="169"/>
          <ac:spMkLst>
            <pc:docMk/>
            <pc:sldMk cId="0" sldId="266"/>
            <ac:spMk id="4" creationId="{DBC26BB7-0310-EEE9-CACB-69E4CA21E63F}"/>
          </ac:spMkLst>
        </pc:spChg>
        <pc:spChg chg="add del">
          <ac:chgData name="Bruno Oliveira" userId="S::brunogoliveira@ua.pt::e5f99647-13aa-46cb-aca2-a8274487e73a" providerId="AD" clId="Web-{29939FCD-35E6-1BCA-6688-C21D66463E7D}" dt="2024-04-15T11:33:55.414" v="171"/>
          <ac:spMkLst>
            <pc:docMk/>
            <pc:sldMk cId="0" sldId="266"/>
            <ac:spMk id="5" creationId="{BA825971-BF4C-F903-7A49-0738BB8D3FB3}"/>
          </ac:spMkLst>
        </pc:spChg>
        <pc:spChg chg="add mod">
          <ac:chgData name="Bruno Oliveira" userId="S::brunogoliveira@ua.pt::e5f99647-13aa-46cb-aca2-a8274487e73a" providerId="AD" clId="Web-{29939FCD-35E6-1BCA-6688-C21D66463E7D}" dt="2024-04-15T11:36:15.263" v="192" actId="20577"/>
          <ac:spMkLst>
            <pc:docMk/>
            <pc:sldMk cId="0" sldId="266"/>
            <ac:spMk id="7" creationId="{0D6D5E0B-BB9A-357A-BB99-E19C1EDA8331}"/>
          </ac:spMkLst>
        </pc:spChg>
        <pc:spChg chg="mod">
          <ac:chgData name="Bruno Oliveira" userId="S::brunogoliveira@ua.pt::e5f99647-13aa-46cb-aca2-a8274487e73a" providerId="AD" clId="Web-{29939FCD-35E6-1BCA-6688-C21D66463E7D}" dt="2024-04-15T11:33:12.147" v="161" actId="20577"/>
          <ac:spMkLst>
            <pc:docMk/>
            <pc:sldMk cId="0" sldId="266"/>
            <ac:spMk id="470" creationId="{00000000-0000-0000-0000-000000000000}"/>
          </ac:spMkLst>
        </pc:spChg>
        <pc:spChg chg="del">
          <ac:chgData name="Bruno Oliveira" userId="S::brunogoliveira@ua.pt::e5f99647-13aa-46cb-aca2-a8274487e73a" providerId="AD" clId="Web-{29939FCD-35E6-1BCA-6688-C21D66463E7D}" dt="2024-04-15T11:32:56.912" v="150"/>
          <ac:spMkLst>
            <pc:docMk/>
            <pc:sldMk cId="0" sldId="266"/>
            <ac:spMk id="471" creationId="{00000000-0000-0000-0000-000000000000}"/>
          </ac:spMkLst>
        </pc:spChg>
        <pc:spChg chg="del">
          <ac:chgData name="Bruno Oliveira" userId="S::brunogoliveira@ua.pt::e5f99647-13aa-46cb-aca2-a8274487e73a" providerId="AD" clId="Web-{29939FCD-35E6-1BCA-6688-C21D66463E7D}" dt="2024-04-15T11:32:56.912" v="149"/>
          <ac:spMkLst>
            <pc:docMk/>
            <pc:sldMk cId="0" sldId="266"/>
            <ac:spMk id="472" creationId="{00000000-0000-0000-0000-000000000000}"/>
          </ac:spMkLst>
        </pc:spChg>
        <pc:spChg chg="del">
          <ac:chgData name="Bruno Oliveira" userId="S::brunogoliveira@ua.pt::e5f99647-13aa-46cb-aca2-a8274487e73a" providerId="AD" clId="Web-{29939FCD-35E6-1BCA-6688-C21D66463E7D}" dt="2024-04-15T11:32:56.912" v="147"/>
          <ac:spMkLst>
            <pc:docMk/>
            <pc:sldMk cId="0" sldId="266"/>
            <ac:spMk id="476" creationId="{00000000-0000-0000-0000-000000000000}"/>
          </ac:spMkLst>
        </pc:spChg>
        <pc:spChg chg="del">
          <ac:chgData name="Bruno Oliveira" userId="S::brunogoliveira@ua.pt::e5f99647-13aa-46cb-aca2-a8274487e73a" providerId="AD" clId="Web-{29939FCD-35E6-1BCA-6688-C21D66463E7D}" dt="2024-04-15T11:32:56.912" v="146"/>
          <ac:spMkLst>
            <pc:docMk/>
            <pc:sldMk cId="0" sldId="266"/>
            <ac:spMk id="477" creationId="{00000000-0000-0000-0000-000000000000}"/>
          </ac:spMkLst>
        </pc:spChg>
        <pc:grpChg chg="del">
          <ac:chgData name="Bruno Oliveira" userId="S::brunogoliveira@ua.pt::e5f99647-13aa-46cb-aca2-a8274487e73a" providerId="AD" clId="Web-{29939FCD-35E6-1BCA-6688-C21D66463E7D}" dt="2024-04-15T11:32:56.912" v="152"/>
          <ac:grpSpMkLst>
            <pc:docMk/>
            <pc:sldMk cId="0" sldId="266"/>
            <ac:grpSpMk id="455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32:56.912" v="151"/>
          <ac:grpSpMkLst>
            <pc:docMk/>
            <pc:sldMk cId="0" sldId="266"/>
            <ac:grpSpMk id="465" creationId="{00000000-0000-0000-0000-000000000000}"/>
          </ac:grpSpMkLst>
        </pc:grpChg>
        <pc:grpChg chg="del">
          <ac:chgData name="Bruno Oliveira" userId="S::brunogoliveira@ua.pt::e5f99647-13aa-46cb-aca2-a8274487e73a" providerId="AD" clId="Web-{29939FCD-35E6-1BCA-6688-C21D66463E7D}" dt="2024-04-15T11:32:56.912" v="148"/>
          <ac:grpSpMkLst>
            <pc:docMk/>
            <pc:sldMk cId="0" sldId="266"/>
            <ac:grpSpMk id="473" creationId="{00000000-0000-0000-0000-000000000000}"/>
          </ac:grpSpMkLst>
        </pc:grpChg>
      </pc:sldChg>
      <pc:sldChg chg="modSp">
        <pc:chgData name="Bruno Oliveira" userId="S::brunogoliveira@ua.pt::e5f99647-13aa-46cb-aca2-a8274487e73a" providerId="AD" clId="Web-{29939FCD-35E6-1BCA-6688-C21D66463E7D}" dt="2024-04-15T11:32:39.786" v="145" actId="20577"/>
        <pc:sldMkLst>
          <pc:docMk/>
          <pc:sldMk cId="0" sldId="268"/>
        </pc:sldMkLst>
        <pc:spChg chg="mod">
          <ac:chgData name="Bruno Oliveira" userId="S::brunogoliveira@ua.pt::e5f99647-13aa-46cb-aca2-a8274487e73a" providerId="AD" clId="Web-{29939FCD-35E6-1BCA-6688-C21D66463E7D}" dt="2024-04-15T11:32:39.786" v="145" actId="20577"/>
          <ac:spMkLst>
            <pc:docMk/>
            <pc:sldMk cId="0" sldId="268"/>
            <ac:spMk id="580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29939FCD-35E6-1BCA-6688-C21D66463E7D}" dt="2024-04-15T11:09:16.125" v="6"/>
        <pc:sldMkLst>
          <pc:docMk/>
          <pc:sldMk cId="0" sldId="271"/>
        </pc:sldMkLst>
      </pc:sldChg>
      <pc:sldChg chg="del">
        <pc:chgData name="Bruno Oliveira" userId="S::brunogoliveira@ua.pt::e5f99647-13aa-46cb-aca2-a8274487e73a" providerId="AD" clId="Web-{29939FCD-35E6-1BCA-6688-C21D66463E7D}" dt="2024-04-15T11:38:54.754" v="202"/>
        <pc:sldMkLst>
          <pc:docMk/>
          <pc:sldMk cId="0" sldId="272"/>
        </pc:sldMkLst>
      </pc:sldChg>
      <pc:sldChg chg="modSp">
        <pc:chgData name="Bruno Oliveira" userId="S::brunogoliveira@ua.pt::e5f99647-13aa-46cb-aca2-a8274487e73a" providerId="AD" clId="Web-{29939FCD-35E6-1BCA-6688-C21D66463E7D}" dt="2024-04-15T10:09:40.664" v="5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29939FCD-35E6-1BCA-6688-C21D66463E7D}" dt="2024-04-15T10:09:40.664" v="5" actId="20577"/>
          <ac:spMkLst>
            <pc:docMk/>
            <pc:sldMk cId="0" sldId="276"/>
            <ac:spMk id="2" creationId="{B2BF249C-91D0-D3A4-7B59-1C90BE08FF7F}"/>
          </ac:spMkLst>
        </pc:spChg>
      </pc:sldChg>
      <pc:sldChg chg="ord">
        <pc:chgData name="Bruno Oliveira" userId="S::brunogoliveira@ua.pt::e5f99647-13aa-46cb-aca2-a8274487e73a" providerId="AD" clId="Web-{29939FCD-35E6-1BCA-6688-C21D66463E7D}" dt="2024-04-15T11:37:28.063" v="198"/>
        <pc:sldMkLst>
          <pc:docMk/>
          <pc:sldMk cId="0" sldId="281"/>
        </pc:sldMkLst>
      </pc:sldChg>
      <pc:sldChg chg="del">
        <pc:chgData name="Bruno Oliveira" userId="S::brunogoliveira@ua.pt::e5f99647-13aa-46cb-aca2-a8274487e73a" providerId="AD" clId="Web-{29939FCD-35E6-1BCA-6688-C21D66463E7D}" dt="2024-04-15T11:37:37.985" v="200"/>
        <pc:sldMkLst>
          <pc:docMk/>
          <pc:sldMk cId="0" sldId="282"/>
        </pc:sldMkLst>
      </pc:sldChg>
      <pc:sldChg chg="del">
        <pc:chgData name="Bruno Oliveira" userId="S::brunogoliveira@ua.pt::e5f99647-13aa-46cb-aca2-a8274487e73a" providerId="AD" clId="Web-{29939FCD-35E6-1BCA-6688-C21D66463E7D}" dt="2024-04-15T11:37:31.751" v="199"/>
        <pc:sldMkLst>
          <pc:docMk/>
          <pc:sldMk cId="0" sldId="284"/>
        </pc:sldMkLst>
      </pc:sldChg>
    </pc:docChg>
  </pc:docChgLst>
  <pc:docChgLst>
    <pc:chgData name="Utilizador Convidado" userId="S::urn:spo:anon#5fa7056730e5a4c86c8b980eb5b87b3e7c33a8550ac02d9a1f2ba9b0786c9e92::" providerId="AD" clId="Web-{76FEBB99-8A24-FE88-E765-BCB97C621A8F}"/>
    <pc:docChg chg="modSld sldOrd">
      <pc:chgData name="Utilizador Convidado" userId="S::urn:spo:anon#5fa7056730e5a4c86c8b980eb5b87b3e7c33a8550ac02d9a1f2ba9b0786c9e92::" providerId="AD" clId="Web-{76FEBB99-8A24-FE88-E765-BCB97C621A8F}" dt="2024-04-15T15:45:14.914" v="271" actId="20577"/>
      <pc:docMkLst>
        <pc:docMk/>
      </pc:docMkLst>
      <pc:sldChg chg="ord">
        <pc:chgData name="Utilizador Convidado" userId="S::urn:spo:anon#5fa7056730e5a4c86c8b980eb5b87b3e7c33a8550ac02d9a1f2ba9b0786c9e92::" providerId="AD" clId="Web-{76FEBB99-8A24-FE88-E765-BCB97C621A8F}" dt="2024-04-15T15:35:20.481" v="60"/>
        <pc:sldMkLst>
          <pc:docMk/>
          <pc:sldMk cId="0" sldId="266"/>
        </pc:sldMkLst>
      </pc:sldChg>
      <pc:sldChg chg="modSp">
        <pc:chgData name="Utilizador Convidado" userId="S::urn:spo:anon#5fa7056730e5a4c86c8b980eb5b87b3e7c33a8550ac02d9a1f2ba9b0786c9e92::" providerId="AD" clId="Web-{76FEBB99-8A24-FE88-E765-BCB97C621A8F}" dt="2024-04-15T15:45:14.914" v="271" actId="20577"/>
        <pc:sldMkLst>
          <pc:docMk/>
          <pc:sldMk cId="0" sldId="281"/>
        </pc:sldMkLst>
        <pc:spChg chg="mod">
          <ac:chgData name="Utilizador Convidado" userId="S::urn:spo:anon#5fa7056730e5a4c86c8b980eb5b87b3e7c33a8550ac02d9a1f2ba9b0786c9e92::" providerId="AD" clId="Web-{76FEBB99-8A24-FE88-E765-BCB97C621A8F}" dt="2024-04-15T15:45:14.914" v="271" actId="20577"/>
          <ac:spMkLst>
            <pc:docMk/>
            <pc:sldMk cId="0" sldId="281"/>
            <ac:spMk id="3" creationId="{A501AAB2-44A0-F816-FDFC-F250FE87B3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9447a3cad7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9447a3cad7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9447a3cad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9447a3cad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9447a3cad7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9447a3cad7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36b3ac66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936b3ac66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2877450" y="1543675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2877450" y="3132425"/>
            <a:ext cx="32700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0A1F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"/>
              <a:buNone/>
              <a:defRPr sz="30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5"/>
          <p:cNvGrpSpPr/>
          <p:nvPr/>
        </p:nvGrpSpPr>
        <p:grpSpPr>
          <a:xfrm rot="-2700000">
            <a:off x="-194562" y="-2400504"/>
            <a:ext cx="9533125" cy="9532285"/>
            <a:chOff x="2411576" y="411475"/>
            <a:chExt cx="4320837" cy="4320456"/>
          </a:xfrm>
        </p:grpSpPr>
        <p:sp>
          <p:nvSpPr>
            <p:cNvPr id="56" name="Google Shape;56;p15"/>
            <p:cNvSpPr/>
            <p:nvPr/>
          </p:nvSpPr>
          <p:spPr>
            <a:xfrm>
              <a:off x="2411576" y="2608525"/>
              <a:ext cx="2123755" cy="2123406"/>
            </a:xfrm>
            <a:custGeom>
              <a:avLst/>
              <a:gdLst/>
              <a:ahLst/>
              <a:cxnLst/>
              <a:rect l="l" t="t" r="r" b="b"/>
              <a:pathLst>
                <a:path w="54743" h="54734" extrusionOk="0">
                  <a:moveTo>
                    <a:pt x="0" y="1"/>
                  </a:moveTo>
                  <a:cubicBezTo>
                    <a:pt x="0" y="30226"/>
                    <a:pt x="24509" y="54734"/>
                    <a:pt x="54743" y="54734"/>
                  </a:cubicBezTo>
                  <a:lnTo>
                    <a:pt x="547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2579714" y="653324"/>
              <a:ext cx="1955617" cy="1955229"/>
            </a:xfrm>
            <a:custGeom>
              <a:avLst/>
              <a:gdLst/>
              <a:ahLst/>
              <a:cxnLst/>
              <a:rect l="l" t="t" r="r" b="b"/>
              <a:pathLst>
                <a:path w="50409" h="50399" extrusionOk="0">
                  <a:moveTo>
                    <a:pt x="50409" y="0"/>
                  </a:moveTo>
                  <a:cubicBezTo>
                    <a:pt x="22574" y="0"/>
                    <a:pt x="1" y="22564"/>
                    <a:pt x="1" y="50399"/>
                  </a:cubicBezTo>
                  <a:lnTo>
                    <a:pt x="50409" y="50399"/>
                  </a:lnTo>
                  <a:lnTo>
                    <a:pt x="50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4535297" y="411475"/>
              <a:ext cx="2197116" cy="2197077"/>
            </a:xfrm>
            <a:custGeom>
              <a:avLst/>
              <a:gdLst/>
              <a:ahLst/>
              <a:cxnLst/>
              <a:rect l="l" t="t" r="r" b="b"/>
              <a:pathLst>
                <a:path w="56634" h="56633" extrusionOk="0">
                  <a:moveTo>
                    <a:pt x="1" y="0"/>
                  </a:moveTo>
                  <a:lnTo>
                    <a:pt x="1" y="56633"/>
                  </a:lnTo>
                  <a:lnTo>
                    <a:pt x="56634" y="56633"/>
                  </a:lnTo>
                  <a:cubicBezTo>
                    <a:pt x="56634" y="25356"/>
                    <a:pt x="31278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4535297" y="2608525"/>
              <a:ext cx="1923766" cy="1923766"/>
            </a:xfrm>
            <a:custGeom>
              <a:avLst/>
              <a:gdLst/>
              <a:ahLst/>
              <a:cxnLst/>
              <a:rect l="l" t="t" r="r" b="b"/>
              <a:pathLst>
                <a:path w="49588" h="49588" extrusionOk="0">
                  <a:moveTo>
                    <a:pt x="1" y="1"/>
                  </a:moveTo>
                  <a:lnTo>
                    <a:pt x="1" y="49588"/>
                  </a:lnTo>
                  <a:cubicBezTo>
                    <a:pt x="27381" y="49588"/>
                    <a:pt x="49588" y="27390"/>
                    <a:pt x="495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3504938" y="1578163"/>
              <a:ext cx="2060441" cy="2060441"/>
            </a:xfrm>
            <a:custGeom>
              <a:avLst/>
              <a:gdLst/>
              <a:ahLst/>
              <a:cxnLst/>
              <a:rect l="l" t="t" r="r" b="b"/>
              <a:pathLst>
                <a:path w="53111" h="53111" extrusionOk="0">
                  <a:moveTo>
                    <a:pt x="26560" y="0"/>
                  </a:moveTo>
                  <a:cubicBezTo>
                    <a:pt x="11889" y="0"/>
                    <a:pt x="0" y="11889"/>
                    <a:pt x="0" y="26560"/>
                  </a:cubicBezTo>
                  <a:cubicBezTo>
                    <a:pt x="0" y="41222"/>
                    <a:pt x="11889" y="53110"/>
                    <a:pt x="26560" y="53110"/>
                  </a:cubicBezTo>
                  <a:cubicBezTo>
                    <a:pt x="41222" y="53110"/>
                    <a:pt x="53111" y="41222"/>
                    <a:pt x="53111" y="26560"/>
                  </a:cubicBezTo>
                  <a:cubicBezTo>
                    <a:pt x="53111" y="11889"/>
                    <a:pt x="41222" y="0"/>
                    <a:pt x="26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2877450" y="999990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5400">
                <a:solidFill>
                  <a:schemeClr val="lt2"/>
                </a:solidFill>
              </a:rPr>
              <a:t>Building-IT</a:t>
            </a:r>
            <a:endParaRPr sz="3100">
              <a:solidFill>
                <a:schemeClr val="lt2"/>
              </a:solidFill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2877450" y="2828944"/>
            <a:ext cx="3270000" cy="1328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António Costa – 113594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Bruno Oliveira – </a:t>
            </a:r>
            <a:r>
              <a:rPr lang="pt-PT" sz="180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Arial" panose="020B0604020202020204" pitchFamily="34" charset="0"/>
                <a:cs typeface="Noto Sans" panose="020B0502040504020204" pitchFamily="34" charset="0"/>
              </a:rPr>
              <a:t>113663</a:t>
            </a:r>
            <a:r>
              <a:rPr lang="en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Arial" panose="020B0604020202020204" pitchFamily="34" charset="0"/>
                <a:cs typeface="Noto Sans" panose="020B0502040504020204" pitchFamily="34" charset="0"/>
              </a:rPr>
              <a:t>Rodrigo Lopes</a:t>
            </a:r>
            <a:r>
              <a:rPr lang="en"/>
              <a:t> – </a:t>
            </a:r>
            <a:r>
              <a:rPr lang="pt-PT" sz="180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Arial" panose="020B0604020202020204" pitchFamily="34" charset="0"/>
                <a:cs typeface="Noto Sans" panose="020B0502040504020204" pitchFamily="34" charset="0"/>
              </a:rPr>
              <a:t>113811</a:t>
            </a:r>
            <a:endParaRPr lang="e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r>
              <a:rPr lang="pt-PT" sz="180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Arial" panose="020B0604020202020204" pitchFamily="34" charset="0"/>
                <a:cs typeface="Noto Sans" panose="020B0502040504020204" pitchFamily="34" charset="0"/>
              </a:rPr>
              <a:t>Rúben Franco </a:t>
            </a:r>
            <a:r>
              <a:rPr lang="en"/>
              <a:t>– </a:t>
            </a:r>
            <a:r>
              <a:rPr lang="pt-PT" sz="180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Arial" panose="020B0604020202020204" pitchFamily="34" charset="0"/>
                <a:cs typeface="Noto Sans" panose="020B0502040504020204" pitchFamily="34" charset="0"/>
              </a:rPr>
              <a:t>114827</a:t>
            </a:r>
            <a:endParaRPr lang="e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Introdução</a:t>
            </a:r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1216885" y="1402259"/>
            <a:ext cx="696207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600"/>
              <a:t>Revolucionar a gestão de edifícios com soluções inteligentes de automação.</a:t>
            </a:r>
            <a:endParaRPr lang="en-US" sz="1600"/>
          </a:p>
          <a:p>
            <a:endParaRPr lang="pt-PT" sz="1600"/>
          </a:p>
          <a:p>
            <a:r>
              <a:rPr lang="pt-PT" sz="1600"/>
              <a:t>Otimizar o consumo de energia e água nos edifícios residenciais e comerciais e o conforto dos ocupantes.</a:t>
            </a:r>
          </a:p>
        </p:txBody>
      </p:sp>
      <p:pic>
        <p:nvPicPr>
          <p:cNvPr id="5" name="Imagem 4" descr="Uma imagem com texto, Tipo de letra, captura de ecrã, Gráficos&#10;&#10;Descrição gerada automaticamente">
            <a:extLst>
              <a:ext uri="{FF2B5EF4-FFF2-40B4-BE49-F238E27FC236}">
                <a16:creationId xmlns:a16="http://schemas.microsoft.com/office/drawing/2014/main" id="{8C5B103D-E141-35BE-A648-ABB4FB46A5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462" b="99279" l="32703" r="97838">
                        <a14:foregroundMark x1="54459" y1="89183" x2="41486" y2="65625"/>
                        <a14:foregroundMark x1="41486" y1="65625" x2="47703" y2="37740"/>
                        <a14:foregroundMark x1="47703" y1="37740" x2="76351" y2="28846"/>
                        <a14:foregroundMark x1="76351" y1="28846" x2="90270" y2="48077"/>
                        <a14:foregroundMark x1="90270" y1="48077" x2="92838" y2="77404"/>
                        <a14:foregroundMark x1="92838" y1="77404" x2="76757" y2="90385"/>
                        <a14:foregroundMark x1="76757" y1="90385" x2="54595" y2="91587"/>
                        <a14:foregroundMark x1="49595" y1="92067" x2="41351" y2="73317"/>
                        <a14:foregroundMark x1="41351" y1="73317" x2="42568" y2="45433"/>
                        <a14:foregroundMark x1="42568" y1="45433" x2="66216" y2="16106"/>
                        <a14:foregroundMark x1="66216" y1="16106" x2="94324" y2="17548"/>
                        <a14:foregroundMark x1="94324" y1="17548" x2="97568" y2="82452"/>
                        <a14:foregroundMark x1="97568" y1="82452" x2="42162" y2="96635"/>
                        <a14:foregroundMark x1="42162" y1="96635" x2="36486" y2="72596"/>
                        <a14:foregroundMark x1="36486" y1="72596" x2="41892" y2="64904"/>
                        <a14:foregroundMark x1="49054" y1="26202" x2="57973" y2="17067"/>
                        <a14:foregroundMark x1="57973" y1="17067" x2="72027" y2="15625"/>
                        <a14:foregroundMark x1="72027" y1="15625" x2="91081" y2="18510"/>
                        <a14:foregroundMark x1="91081" y1="18510" x2="97973" y2="50962"/>
                        <a14:foregroundMark x1="97973" y1="50962" x2="92838" y2="99279"/>
                        <a14:foregroundMark x1="92838" y1="99279" x2="37027" y2="91827"/>
                        <a14:foregroundMark x1="37027" y1="91827" x2="35946" y2="68029"/>
                        <a14:foregroundMark x1="44547" y1="24618" x2="46757" y2="13462"/>
                        <a14:foregroundMark x1="41363" y1="40687" x2="42039" y2="37277"/>
                        <a14:foregroundMark x1="35946" y1="68029" x2="40341" y2="45850"/>
                        <a14:foregroundMark x1="89595" y1="22356" x2="99459" y2="42067"/>
                        <a14:foregroundMark x1="99459" y1="42067" x2="95811" y2="82452"/>
                        <a14:foregroundMark x1="95811" y1="82452" x2="88784" y2="97115"/>
                        <a14:foregroundMark x1="88784" y1="97115" x2="32703" y2="99279"/>
                        <a14:foregroundMark x1="57568" y1="93510" x2="90270" y2="86058"/>
                        <a14:foregroundMark x1="90270" y1="86058" x2="97838" y2="67788"/>
                        <a14:foregroundMark x1="97838" y1="67788" x2="97838" y2="67788"/>
                        <a14:foregroundMark x1="80541" y1="32692" x2="67162" y2="39183"/>
                        <a14:foregroundMark x1="67162" y1="39183" x2="59324" y2="66346"/>
                        <a14:foregroundMark x1="59324" y1="66346" x2="70135" y2="77163"/>
                        <a14:foregroundMark x1="70135" y1="77163" x2="82568" y2="52404"/>
                        <a14:foregroundMark x1="82568" y1="52404" x2="78919" y2="33413"/>
                        <a14:foregroundMark x1="78919" y1="33413" x2="77162" y2="31490"/>
                        <a14:foregroundMark x1="71892" y1="36779" x2="71892" y2="38462"/>
                        <a14:foregroundMark x1="75000" y1="39904" x2="74189" y2="41827"/>
                        <a14:foregroundMark x1="73243" y1="44952" x2="73784" y2="46154"/>
                        <a14:backgroundMark x1="41622" y1="21875" x2="37027" y2="41346"/>
                        <a14:backgroundMark x1="37027" y1="41346" x2="34459" y2="40865"/>
                        <a14:backgroundMark x1="43784" y1="23798" x2="37162" y2="40865"/>
                        <a14:backgroundMark x1="37162" y1="40865" x2="36486" y2="40144"/>
                        <a14:backgroundMark x1="41351" y1="26923" x2="37432" y2="43510"/>
                        <a14:backgroundMark x1="37432" y1="43510" x2="38243" y2="37740"/>
                        <a14:backgroundMark x1="38243" y1="25962" x2="36757" y2="42788"/>
                        <a14:backgroundMark x1="39459" y1="37260" x2="38378" y2="38462"/>
                        <a14:backgroundMark x1="40405" y1="39183" x2="37973" y2="42788"/>
                      </a14:backgroundRemoval>
                    </a14:imgEffect>
                  </a14:imgLayer>
                </a14:imgProps>
              </a:ext>
            </a:extLst>
          </a:blip>
          <a:srcRect l="37417" t="16484"/>
          <a:stretch/>
        </p:blipFill>
        <p:spPr>
          <a:xfrm>
            <a:off x="3074541" y="2896731"/>
            <a:ext cx="2994917" cy="2246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Promotor</a:t>
            </a:r>
            <a:endParaRPr/>
          </a:p>
        </p:txBody>
      </p:sp>
      <p:grpSp>
        <p:nvGrpSpPr>
          <p:cNvPr id="558" name="Google Shape;558;p27"/>
          <p:cNvGrpSpPr/>
          <p:nvPr/>
        </p:nvGrpSpPr>
        <p:grpSpPr>
          <a:xfrm>
            <a:off x="3482677" y="1128689"/>
            <a:ext cx="5563040" cy="968314"/>
            <a:chOff x="987400" y="1192702"/>
            <a:chExt cx="5563040" cy="968314"/>
          </a:xfrm>
        </p:grpSpPr>
        <p:sp>
          <p:nvSpPr>
            <p:cNvPr id="562" name="Google Shape;562;p27"/>
            <p:cNvSpPr txBox="1"/>
            <p:nvPr/>
          </p:nvSpPr>
          <p:spPr>
            <a:xfrm>
              <a:off x="987400" y="1285475"/>
              <a:ext cx="19020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CONTEXT</a:t>
              </a:r>
              <a:endParaRPr sz="15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3" name="Google Shape;563;p27"/>
            <p:cNvSpPr txBox="1"/>
            <p:nvPr/>
          </p:nvSpPr>
          <p:spPr>
            <a:xfrm>
              <a:off x="987400" y="1869113"/>
              <a:ext cx="19020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IDENTIFY</a:t>
              </a:r>
              <a:endParaRPr sz="15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4" name="Google Shape;564;p27"/>
            <p:cNvSpPr txBox="1"/>
            <p:nvPr/>
          </p:nvSpPr>
          <p:spPr>
            <a:xfrm>
              <a:off x="1324740" y="1546616"/>
              <a:ext cx="52257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pt-PT" sz="1600" dirty="0">
                  <a:solidFill>
                    <a:schemeClr val="lt2"/>
                  </a:solidFill>
                  <a:ea typeface="Roboto"/>
                  <a:sym typeface="Roboto"/>
                </a:rPr>
                <a:t>Desenvolver e fornecer soluções de software para automação de edifícios de maneira sustentável</a:t>
              </a:r>
              <a:endParaRPr lang="en-US" sz="1600" dirty="0">
                <a:solidFill>
                  <a:schemeClr val="lt2"/>
                </a:solidFill>
                <a:ea typeface="Roboto"/>
              </a:endParaRPr>
            </a:p>
          </p:txBody>
        </p:sp>
        <p:sp>
          <p:nvSpPr>
            <p:cNvPr id="565" name="Google Shape;565;p27"/>
            <p:cNvSpPr txBox="1"/>
            <p:nvPr/>
          </p:nvSpPr>
          <p:spPr>
            <a:xfrm>
              <a:off x="1346715" y="1192702"/>
              <a:ext cx="22893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500" b="1" dirty="0">
                  <a:solidFill>
                    <a:schemeClr val="lt2"/>
                  </a:solidFill>
                  <a:latin typeface="Fira Sans Extra Condensed"/>
                  <a:ea typeface="Fira Sans Extra Condensed"/>
                  <a:sym typeface="Fira Sans Extra Condensed"/>
                </a:rPr>
                <a:t>Foco da empresa</a:t>
              </a:r>
              <a:endParaRPr sz="1500" b="1" dirty="0">
                <a:solidFill>
                  <a:schemeClr val="lt2"/>
                </a:solidFill>
                <a:latin typeface="Fira Sans Extra Condensed"/>
                <a:ea typeface="Fira Sans Extra Condensed"/>
                <a:sym typeface="Fira Sans Extra Condensed"/>
              </a:endParaRPr>
            </a:p>
          </p:txBody>
        </p:sp>
      </p:grpSp>
      <p:grpSp>
        <p:nvGrpSpPr>
          <p:cNvPr id="566" name="Google Shape;566;p27"/>
          <p:cNvGrpSpPr/>
          <p:nvPr/>
        </p:nvGrpSpPr>
        <p:grpSpPr>
          <a:xfrm>
            <a:off x="1231849" y="2048413"/>
            <a:ext cx="7470750" cy="1410463"/>
            <a:chOff x="987400" y="2452950"/>
            <a:chExt cx="7470750" cy="1410463"/>
          </a:xfrm>
        </p:grpSpPr>
        <p:sp>
          <p:nvSpPr>
            <p:cNvPr id="571" name="Google Shape;571;p27"/>
            <p:cNvSpPr txBox="1"/>
            <p:nvPr/>
          </p:nvSpPr>
          <p:spPr>
            <a:xfrm>
              <a:off x="987400" y="2452950"/>
              <a:ext cx="19020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ANALYZE</a:t>
              </a:r>
              <a:endParaRPr sz="15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2" name="Google Shape;572;p27"/>
            <p:cNvSpPr txBox="1"/>
            <p:nvPr/>
          </p:nvSpPr>
          <p:spPr>
            <a:xfrm>
              <a:off x="987400" y="3036863"/>
              <a:ext cx="19020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EVALUATE</a:t>
              </a:r>
              <a:endParaRPr sz="15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3" name="Google Shape;573;p27"/>
            <p:cNvSpPr txBox="1"/>
            <p:nvPr/>
          </p:nvSpPr>
          <p:spPr>
            <a:xfrm>
              <a:off x="987400" y="3620413"/>
              <a:ext cx="19020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TREAT</a:t>
              </a:r>
              <a:endParaRPr sz="15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4" name="Google Shape;574;p27"/>
            <p:cNvSpPr txBox="1"/>
            <p:nvPr/>
          </p:nvSpPr>
          <p:spPr>
            <a:xfrm>
              <a:off x="3232450" y="2877573"/>
              <a:ext cx="52257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27"/>
            <p:cNvSpPr txBox="1"/>
            <p:nvPr/>
          </p:nvSpPr>
          <p:spPr>
            <a:xfrm>
              <a:off x="3232450" y="2623382"/>
              <a:ext cx="22893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76" name="Google Shape;576;p27"/>
          <p:cNvGrpSpPr/>
          <p:nvPr/>
        </p:nvGrpSpPr>
        <p:grpSpPr>
          <a:xfrm>
            <a:off x="1231849" y="2514917"/>
            <a:ext cx="7773838" cy="1927520"/>
            <a:chOff x="987400" y="2929711"/>
            <a:chExt cx="7773838" cy="1927520"/>
          </a:xfrm>
        </p:grpSpPr>
        <p:sp>
          <p:nvSpPr>
            <p:cNvPr id="579" name="Google Shape;579;p27"/>
            <p:cNvSpPr txBox="1"/>
            <p:nvPr/>
          </p:nvSpPr>
          <p:spPr>
            <a:xfrm>
              <a:off x="987400" y="4203963"/>
              <a:ext cx="19020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REVIEW</a:t>
              </a:r>
              <a:endParaRPr sz="15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0" name="Google Shape;580;p27"/>
            <p:cNvSpPr txBox="1"/>
            <p:nvPr/>
          </p:nvSpPr>
          <p:spPr>
            <a:xfrm>
              <a:off x="3552103" y="3265484"/>
              <a:ext cx="5209135" cy="1591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pt-PT" sz="1600">
                  <a:solidFill>
                    <a:schemeClr val="lt2"/>
                  </a:solidFill>
                  <a:ea typeface="Roboto"/>
                </a:rPr>
                <a:t>Implementação do </a:t>
              </a:r>
              <a:r>
                <a:rPr lang="pt-PT" sz="1600" err="1">
                  <a:solidFill>
                    <a:schemeClr val="lt2"/>
                  </a:solidFill>
                  <a:ea typeface="Roboto"/>
                </a:rPr>
                <a:t>Building</a:t>
              </a:r>
              <a:r>
                <a:rPr lang="pt-PT" sz="1600">
                  <a:solidFill>
                    <a:schemeClr val="lt2"/>
                  </a:solidFill>
                  <a:ea typeface="Roboto"/>
                </a:rPr>
                <a:t>-IT, um software para gestão inteligente de edifícios.</a:t>
              </a:r>
            </a:p>
            <a:p>
              <a:endParaRPr lang="pt-PT" sz="1600">
                <a:solidFill>
                  <a:schemeClr val="lt2"/>
                </a:solidFill>
                <a:ea typeface="Roboto"/>
              </a:endParaRPr>
            </a:p>
          </p:txBody>
        </p:sp>
        <p:sp>
          <p:nvSpPr>
            <p:cNvPr id="581" name="Google Shape;581;p27"/>
            <p:cNvSpPr txBox="1"/>
            <p:nvPr/>
          </p:nvSpPr>
          <p:spPr>
            <a:xfrm>
              <a:off x="3575568" y="2929711"/>
              <a:ext cx="22893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lt2"/>
                  </a:solidFill>
                  <a:latin typeface="Fira Sans Extra Condensed"/>
                  <a:ea typeface="Fira Sans Extra Condensed"/>
                  <a:sym typeface="Fira Sans Extra Condensed"/>
                </a:rPr>
                <a:t>Objetivo</a:t>
              </a:r>
              <a:endParaRPr sz="1500" b="1">
                <a:solidFill>
                  <a:schemeClr val="lt2"/>
                </a:solidFill>
                <a:latin typeface="Fira Sans Extra Condensed"/>
                <a:ea typeface="Fira Sans Extra Condensed"/>
                <a:sym typeface="Fira Sans Extra Condensed"/>
              </a:endParaRPr>
            </a:p>
          </p:txBody>
        </p:sp>
      </p:grpSp>
      <p:pic>
        <p:nvPicPr>
          <p:cNvPr id="5" name="Imagem 4" descr="Uma imagem com texto, Gráficos, design gráfico, logótipo&#10;&#10;Descrição gerada automaticamente">
            <a:extLst>
              <a:ext uri="{FF2B5EF4-FFF2-40B4-BE49-F238E27FC236}">
                <a16:creationId xmlns:a16="http://schemas.microsoft.com/office/drawing/2014/main" id="{BE051392-6203-B013-5868-0D5DCB02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70057" y="536"/>
            <a:ext cx="7636256" cy="4581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"/>
          <p:cNvSpPr txBox="1">
            <a:spLocks noGrp="1"/>
          </p:cNvSpPr>
          <p:nvPr>
            <p:ph type="title"/>
          </p:nvPr>
        </p:nvSpPr>
        <p:spPr>
          <a:xfrm>
            <a:off x="447971" y="426694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Funcionalidades</a:t>
            </a:r>
            <a:r>
              <a:rPr lang="en" sz="3100"/>
              <a:t> Alto-</a:t>
            </a:r>
            <a:r>
              <a:rPr lang="en" sz="3100" err="1"/>
              <a:t>nível</a:t>
            </a:r>
            <a:endParaRPr err="1"/>
          </a:p>
        </p:txBody>
      </p:sp>
      <p:sp>
        <p:nvSpPr>
          <p:cNvPr id="7" name="CaixaDeTexto 1">
            <a:extLst>
              <a:ext uri="{FF2B5EF4-FFF2-40B4-BE49-F238E27FC236}">
                <a16:creationId xmlns:a16="http://schemas.microsoft.com/office/drawing/2014/main" id="{0D6D5E0B-BB9A-357A-BB99-E19C1EDA8331}"/>
              </a:ext>
            </a:extLst>
          </p:cNvPr>
          <p:cNvSpPr txBox="1"/>
          <p:nvPr/>
        </p:nvSpPr>
        <p:spPr>
          <a:xfrm>
            <a:off x="1090961" y="1448304"/>
            <a:ext cx="696207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pt-PT" sz="1600"/>
              <a:t>Funcionalidades principais: Automatização de iluminação, controlo de temperatura, deteção de fugas em tempo real e integração com fontes de energia renovável.</a:t>
            </a:r>
            <a:endParaRPr lang="en-US" sz="1600"/>
          </a:p>
          <a:p>
            <a:pPr marL="285750" indent="-285750">
              <a:buChar char="•"/>
            </a:pPr>
            <a:endParaRPr lang="pt-PT" sz="1600"/>
          </a:p>
          <a:p>
            <a:pPr marL="285750" indent="-285750">
              <a:buChar char="•"/>
            </a:pPr>
            <a:r>
              <a:rPr lang="pt-PT" sz="1600"/>
              <a:t>Aspetos diferenciadores: Personalização para diferentes tipos de edifícios, escalabilidade.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Proposta de valor</a:t>
            </a:r>
            <a:endParaRPr/>
          </a:p>
        </p:txBody>
      </p:sp>
      <p:sp>
        <p:nvSpPr>
          <p:cNvPr id="3" name="CaixaDeTexto 1">
            <a:extLst>
              <a:ext uri="{FF2B5EF4-FFF2-40B4-BE49-F238E27FC236}">
                <a16:creationId xmlns:a16="http://schemas.microsoft.com/office/drawing/2014/main" id="{A501AAB2-44A0-F816-FDFC-F250FE87B322}"/>
              </a:ext>
            </a:extLst>
          </p:cNvPr>
          <p:cNvSpPr txBox="1"/>
          <p:nvPr/>
        </p:nvSpPr>
        <p:spPr>
          <a:xfrm>
            <a:off x="1090961" y="1559336"/>
            <a:ext cx="6962078" cy="22775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600">
                <a:solidFill>
                  <a:schemeClr val="lt2"/>
                </a:solidFill>
              </a:rPr>
              <a:t>Esta solução agrega valor para o negócio do cliente de diversas maneiras:</a:t>
            </a:r>
            <a:endParaRPr lang="en-US" sz="1600">
              <a:solidFill>
                <a:schemeClr val="lt2"/>
              </a:solidFill>
            </a:endParaRPr>
          </a:p>
          <a:p>
            <a:endParaRPr lang="pt-PT" sz="1600">
              <a:solidFill>
                <a:schemeClr val="lt2"/>
              </a:solidFill>
            </a:endParaRPr>
          </a:p>
          <a:p>
            <a:pPr marL="285750" indent="-285750">
              <a:buChar char="•"/>
            </a:pPr>
            <a:r>
              <a:rPr lang="pt-PT" sz="1600">
                <a:solidFill>
                  <a:schemeClr val="lt2"/>
                </a:solidFill>
              </a:rPr>
              <a:t>Aumento da eficiência energética;</a:t>
            </a:r>
          </a:p>
          <a:p>
            <a:pPr marL="285750" indent="-285750">
              <a:buChar char="•"/>
            </a:pPr>
            <a:endParaRPr lang="pt-PT" sz="1600">
              <a:solidFill>
                <a:schemeClr val="lt2"/>
              </a:solidFill>
            </a:endParaRPr>
          </a:p>
          <a:p>
            <a:pPr marL="285750" indent="-285750">
              <a:buChar char="•"/>
            </a:pPr>
            <a:r>
              <a:rPr lang="pt-PT" sz="1600">
                <a:solidFill>
                  <a:schemeClr val="lt2"/>
                </a:solidFill>
              </a:rPr>
              <a:t>Melhoria da experiência dos clientes que usufruem d</a:t>
            </a:r>
            <a:r>
              <a:rPr lang="en-US" sz="1600" err="1">
                <a:solidFill>
                  <a:schemeClr val="lt2"/>
                </a:solidFill>
              </a:rPr>
              <a:t>os</a:t>
            </a:r>
            <a:r>
              <a:rPr lang="en-US" sz="1600">
                <a:solidFill>
                  <a:schemeClr val="lt2"/>
                </a:solidFill>
              </a:rPr>
              <a:t> </a:t>
            </a:r>
            <a:r>
              <a:rPr lang="en-US" sz="1600" err="1">
                <a:solidFill>
                  <a:schemeClr val="lt2"/>
                </a:solidFill>
              </a:rPr>
              <a:t>produtos</a:t>
            </a:r>
            <a:r>
              <a:rPr lang="en-US" sz="1600">
                <a:solidFill>
                  <a:schemeClr val="lt2"/>
                </a:solidFill>
              </a:rPr>
              <a:t>;</a:t>
            </a:r>
          </a:p>
          <a:p>
            <a:pPr marL="285750" indent="-285750">
              <a:buChar char="•"/>
            </a:pPr>
            <a:endParaRPr lang="en-US" sz="1600">
              <a:solidFill>
                <a:schemeClr val="lt2"/>
              </a:solidFill>
            </a:endParaRPr>
          </a:p>
          <a:p>
            <a:pPr marL="285750" indent="-285750">
              <a:buChar char="•"/>
            </a:pPr>
            <a:r>
              <a:rPr lang="pt-PT" sz="1600">
                <a:solidFill>
                  <a:schemeClr val="lt2"/>
                </a:solidFill>
              </a:rPr>
              <a:t>Redução do tempo de inatividade dos dispositivos instalados, em caso de danos;</a:t>
            </a:r>
            <a:endParaRPr lang="en-US" sz="1600">
              <a:solidFill>
                <a:schemeClr val="lt2"/>
              </a:solidFill>
            </a:endParaRPr>
          </a:p>
          <a:p>
            <a:endParaRPr lang="pt-PT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Stakeholders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3" name="CaixaDeTexto 1">
            <a:extLst>
              <a:ext uri="{FF2B5EF4-FFF2-40B4-BE49-F238E27FC236}">
                <a16:creationId xmlns:a16="http://schemas.microsoft.com/office/drawing/2014/main" id="{8FAC92B2-8921-8BEC-C1AD-A03B8D662CE2}"/>
              </a:ext>
            </a:extLst>
          </p:cNvPr>
          <p:cNvSpPr txBox="1"/>
          <p:nvPr/>
        </p:nvSpPr>
        <p:spPr>
          <a:xfrm>
            <a:off x="1090961" y="1448304"/>
            <a:ext cx="696207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pt-PT" sz="1600"/>
              <a:t>Os </a:t>
            </a:r>
            <a:r>
              <a:rPr lang="pt-PT" sz="1600" i="1" err="1"/>
              <a:t>stakeholders</a:t>
            </a:r>
            <a:r>
              <a:rPr lang="pt-PT" sz="1600"/>
              <a:t> envolvidos incluem proprietários de edifícios, gestores de propriedades, ocupantes e a própria empresa cliente. </a:t>
            </a:r>
            <a:endParaRPr lang="en-US" sz="1600"/>
          </a:p>
          <a:p>
            <a:pPr marL="285750" indent="-285750">
              <a:buChar char="•"/>
            </a:pPr>
            <a:r>
              <a:rPr lang="pt-PT" sz="1600"/>
              <a:t>Cada um deles irá beneficiar se do produto de diferentes maneiras, desde a economia de recursos até o aumento do conforto e bem-estar dos usuários.</a:t>
            </a:r>
            <a:endParaRPr lang="en-US" sz="1600"/>
          </a:p>
        </p:txBody>
      </p:sp>
      <p:pic>
        <p:nvPicPr>
          <p:cNvPr id="2" name="Picture 1" descr="Low angle view of tall buildings&#10;&#10;Description automatically generated">
            <a:extLst>
              <a:ext uri="{FF2B5EF4-FFF2-40B4-BE49-F238E27FC236}">
                <a16:creationId xmlns:a16="http://schemas.microsoft.com/office/drawing/2014/main" id="{3E7E7E6F-F3E0-657A-BAC2-F39C8308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14" y="2925082"/>
            <a:ext cx="3468914" cy="1960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2D2A6-4CF3-1211-3598-9213136E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778" y="2268600"/>
            <a:ext cx="8229600" cy="606300"/>
          </a:xfrm>
        </p:spPr>
        <p:txBody>
          <a:bodyPr/>
          <a:lstStyle/>
          <a:p>
            <a:r>
              <a:rPr lang="pt-PT"/>
              <a:t>Obrigado pela atenção!</a:t>
            </a:r>
          </a:p>
        </p:txBody>
      </p:sp>
      <p:pic>
        <p:nvPicPr>
          <p:cNvPr id="9218" name="Picture 2" descr="Like - Imagem De Fundo Png Like PNG Image | Transparent PNG Free Download  on SeekPNG">
            <a:extLst>
              <a:ext uri="{FF2B5EF4-FFF2-40B4-BE49-F238E27FC236}">
                <a16:creationId xmlns:a16="http://schemas.microsoft.com/office/drawing/2014/main" id="{3E088355-C0CE-D6F4-664F-13C8E9809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105" b="91693" l="10000" r="90000">
                        <a14:foregroundMark x1="48049" y1="91853" x2="48049" y2="91853"/>
                        <a14:foregroundMark x1="57073" y1="9105" x2="57073" y2="91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844930"/>
            <a:ext cx="3729664" cy="28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256257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Process Infographics by Slidesgo">
  <a:themeElements>
    <a:clrScheme name="Simple Light">
      <a:dk1>
        <a:srgbClr val="00B2BC"/>
      </a:dk1>
      <a:lt1>
        <a:srgbClr val="2AA964"/>
      </a:lt1>
      <a:dk2>
        <a:srgbClr val="97C153"/>
      </a:dk2>
      <a:lt2>
        <a:srgbClr val="000000"/>
      </a:lt2>
      <a:accent1>
        <a:srgbClr val="00B2BC"/>
      </a:accent1>
      <a:accent2>
        <a:srgbClr val="2AA964"/>
      </a:accent2>
      <a:accent3>
        <a:srgbClr val="97C153"/>
      </a:accent3>
      <a:accent4>
        <a:srgbClr val="FFE641"/>
      </a:accent4>
      <a:accent5>
        <a:srgbClr val="F9B93D"/>
      </a:accent5>
      <a:accent6>
        <a:srgbClr val="F48F35"/>
      </a:accent6>
      <a:hlink>
        <a:srgbClr val="00B2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Apresentação no Ecrã (16:9)</PresentationFormat>
  <Paragraphs>36</Paragraphs>
  <Slides>7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Arial Nova</vt:lpstr>
      <vt:lpstr>Fira Sans Extra Condensed</vt:lpstr>
      <vt:lpstr>Arial</vt:lpstr>
      <vt:lpstr>Roboto</vt:lpstr>
      <vt:lpstr>Business Process Infographics by Slidesgo</vt:lpstr>
      <vt:lpstr>Building-IT</vt:lpstr>
      <vt:lpstr>Introdução</vt:lpstr>
      <vt:lpstr>Promotor</vt:lpstr>
      <vt:lpstr>Funcionalidades Alto-nível</vt:lpstr>
      <vt:lpstr>Proposta de valor</vt:lpstr>
      <vt:lpstr>Stakeholders </vt:lpstr>
      <vt:lpstr>Obrigado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</dc:title>
  <dc:creator>Daniel Emídio</dc:creator>
  <cp:lastModifiedBy>António Costa</cp:lastModifiedBy>
  <cp:revision>7</cp:revision>
  <dcterms:modified xsi:type="dcterms:W3CDTF">2024-04-17T20:38:46Z</dcterms:modified>
</cp:coreProperties>
</file>