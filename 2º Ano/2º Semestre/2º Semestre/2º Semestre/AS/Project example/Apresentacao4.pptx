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76" r:id="rId3"/>
    <p:sldId id="290" r:id="rId4"/>
    <p:sldId id="296" r:id="rId5"/>
    <p:sldId id="305" r:id="rId6"/>
    <p:sldId id="304" r:id="rId7"/>
    <p:sldId id="306" r:id="rId8"/>
    <p:sldId id="307" r:id="rId9"/>
  </p:sldIdLst>
  <p:sldSz cx="9144000" cy="5143500" type="screen16x9"/>
  <p:notesSz cx="6858000" cy="9144000"/>
  <p:embeddedFontLst>
    <p:embeddedFont>
      <p:font typeface="Noto Sans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E10C03-6A4F-BAD9-E986-11C405B4298D}" v="740" dt="2024-06-03T14:38:11.883"/>
    <p1510:client id="{21C68A11-337D-6BE6-9EB6-D284E3AB061E}" v="417" dt="2024-06-03T15:16:15.130"/>
    <p1510:client id="{2E0090C0-BC7F-A458-C88B-133B6527CD0C}" v="286" dt="2024-06-03T12:26:17.904"/>
    <p1510:client id="{36BD4487-50A8-AB82-D956-DAD960F31FF2}" v="13" dt="2024-06-03T14:16:00.604"/>
    <p1510:client id="{57951AB2-F7D4-0082-5D09-08BA202E6DDE}" v="391" dt="2024-06-03T15:21:21.560"/>
    <p1510:client id="{85482ED2-5B54-9D8E-4A07-629A2164E454}" v="159" dt="2024-06-03T15:18:31.155"/>
    <p1510:client id="{921AD569-4AA7-489E-8024-4FA704CCF53A}" v="5" dt="2024-06-03T15:17:48.832"/>
    <p1510:client id="{962169E9-D138-046C-A9FE-344A76885FB6}" v="1" dt="2024-06-03T15:05:31.910"/>
    <p1510:client id="{98FA4C26-1671-E4C5-BBAF-6BD1148B6275}" v="1559" dt="2024-06-03T03:45:41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Oliveira" userId="S::brunogoliveira@ua.pt::e5f99647-13aa-46cb-aca2-a8274487e73a" providerId="AD" clId="Web-{4094CEAA-885F-89B7-70D5-580FC9C517F8}"/>
    <pc:docChg chg="modSld">
      <pc:chgData name="Bruno Oliveira" userId="S::brunogoliveira@ua.pt::e5f99647-13aa-46cb-aca2-a8274487e73a" providerId="AD" clId="Web-{4094CEAA-885F-89B7-70D5-580FC9C517F8}" dt="2024-05-20T15:24:32.756" v="0" actId="1076"/>
      <pc:docMkLst>
        <pc:docMk/>
      </pc:docMkLst>
      <pc:sldChg chg="modSp">
        <pc:chgData name="Bruno Oliveira" userId="S::brunogoliveira@ua.pt::e5f99647-13aa-46cb-aca2-a8274487e73a" providerId="AD" clId="Web-{4094CEAA-885F-89B7-70D5-580FC9C517F8}" dt="2024-05-20T15:24:32.756" v="0" actId="1076"/>
        <pc:sldMkLst>
          <pc:docMk/>
          <pc:sldMk cId="3814180433" sldId="300"/>
        </pc:sldMkLst>
        <pc:spChg chg="mod">
          <ac:chgData name="Bruno Oliveira" userId="S::brunogoliveira@ua.pt::e5f99647-13aa-46cb-aca2-a8274487e73a" providerId="AD" clId="Web-{4094CEAA-885F-89B7-70D5-580FC9C517F8}" dt="2024-05-20T15:24:32.756" v="0" actId="1076"/>
          <ac:spMkLst>
            <pc:docMk/>
            <pc:sldMk cId="3814180433" sldId="300"/>
            <ac:spMk id="7" creationId="{AC55C769-E22F-600A-A054-32E2149C1A7E}"/>
          </ac:spMkLst>
        </pc:spChg>
      </pc:sldChg>
    </pc:docChg>
  </pc:docChgLst>
  <pc:docChgLst>
    <pc:chgData name="Bruno Oliveira" userId="S::brunogoliveira@ua.pt::e5f99647-13aa-46cb-aca2-a8274487e73a" providerId="AD" clId="Web-{21C68A11-337D-6BE6-9EB6-D284E3AB061E}"/>
    <pc:docChg chg="delSld modSld sldOrd">
      <pc:chgData name="Bruno Oliveira" userId="S::brunogoliveira@ua.pt::e5f99647-13aa-46cb-aca2-a8274487e73a" providerId="AD" clId="Web-{21C68A11-337D-6BE6-9EB6-D284E3AB061E}" dt="2024-06-03T15:16:15.130" v="387" actId="14100"/>
      <pc:docMkLst>
        <pc:docMk/>
      </pc:docMkLst>
      <pc:sldChg chg="modSp">
        <pc:chgData name="Bruno Oliveira" userId="S::brunogoliveira@ua.pt::e5f99647-13aa-46cb-aca2-a8274487e73a" providerId="AD" clId="Web-{21C68A11-337D-6BE6-9EB6-D284E3AB061E}" dt="2024-06-03T12:37:28.760" v="21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21C68A11-337D-6BE6-9EB6-D284E3AB061E}" dt="2024-06-03T12:37:28.760" v="21" actId="20577"/>
          <ac:spMkLst>
            <pc:docMk/>
            <pc:sldMk cId="0" sldId="276"/>
            <ac:spMk id="2" creationId="{B2BF249C-91D0-D3A4-7B59-1C90BE08FF7F}"/>
          </ac:spMkLst>
        </pc:spChg>
      </pc:sldChg>
      <pc:sldChg chg="modSp del">
        <pc:chgData name="Bruno Oliveira" userId="S::brunogoliveira@ua.pt::e5f99647-13aa-46cb-aca2-a8274487e73a" providerId="AD" clId="Web-{21C68A11-337D-6BE6-9EB6-D284E3AB061E}" dt="2024-06-03T12:56:26.706" v="246"/>
        <pc:sldMkLst>
          <pc:docMk/>
          <pc:sldMk cId="223470611" sldId="291"/>
        </pc:sldMkLst>
        <pc:spChg chg="mod">
          <ac:chgData name="Bruno Oliveira" userId="S::brunogoliveira@ua.pt::e5f99647-13aa-46cb-aca2-a8274487e73a" providerId="AD" clId="Web-{21C68A11-337D-6BE6-9EB6-D284E3AB061E}" dt="2024-06-03T12:53:08.855" v="245" actId="20577"/>
          <ac:spMkLst>
            <pc:docMk/>
            <pc:sldMk cId="223470611" sldId="291"/>
            <ac:spMk id="3" creationId="{B758D523-E1E0-0AFF-62AC-F6B09590837D}"/>
          </ac:spMkLst>
        </pc:spChg>
      </pc:sldChg>
      <pc:sldChg chg="del">
        <pc:chgData name="Bruno Oliveira" userId="S::brunogoliveira@ua.pt::e5f99647-13aa-46cb-aca2-a8274487e73a" providerId="AD" clId="Web-{21C68A11-337D-6BE6-9EB6-D284E3AB061E}" dt="2024-06-03T14:01:15.742" v="249"/>
        <pc:sldMkLst>
          <pc:docMk/>
          <pc:sldMk cId="1770805721" sldId="294"/>
        </pc:sldMkLst>
      </pc:sldChg>
      <pc:sldChg chg="modSp">
        <pc:chgData name="Bruno Oliveira" userId="S::brunogoliveira@ua.pt::e5f99647-13aa-46cb-aca2-a8274487e73a" providerId="AD" clId="Web-{21C68A11-337D-6BE6-9EB6-D284E3AB061E}" dt="2024-06-03T12:45:24.948" v="23" actId="20577"/>
        <pc:sldMkLst>
          <pc:docMk/>
          <pc:sldMk cId="1105684444" sldId="296"/>
        </pc:sldMkLst>
        <pc:spChg chg="mod">
          <ac:chgData name="Bruno Oliveira" userId="S::brunogoliveira@ua.pt::e5f99647-13aa-46cb-aca2-a8274487e73a" providerId="AD" clId="Web-{21C68A11-337D-6BE6-9EB6-D284E3AB061E}" dt="2024-06-03T12:45:24.948" v="23" actId="20577"/>
          <ac:spMkLst>
            <pc:docMk/>
            <pc:sldMk cId="1105684444" sldId="296"/>
            <ac:spMk id="3" creationId="{982ECCA6-F34D-A963-F404-7641F19236F2}"/>
          </ac:spMkLst>
        </pc:spChg>
      </pc:sldChg>
      <pc:sldChg chg="del">
        <pc:chgData name="Bruno Oliveira" userId="S::brunogoliveira@ua.pt::e5f99647-13aa-46cb-aca2-a8274487e73a" providerId="AD" clId="Web-{21C68A11-337D-6BE6-9EB6-D284E3AB061E}" dt="2024-06-03T14:02:59.214" v="252"/>
        <pc:sldMkLst>
          <pc:docMk/>
          <pc:sldMk cId="2426572033" sldId="297"/>
        </pc:sldMkLst>
      </pc:sldChg>
      <pc:sldChg chg="modSp ord">
        <pc:chgData name="Bruno Oliveira" userId="S::brunogoliveira@ua.pt::e5f99647-13aa-46cb-aca2-a8274487e73a" providerId="AD" clId="Web-{21C68A11-337D-6BE6-9EB6-D284E3AB061E}" dt="2024-06-03T14:19:23.654" v="276" actId="20577"/>
        <pc:sldMkLst>
          <pc:docMk/>
          <pc:sldMk cId="1061612147" sldId="299"/>
        </pc:sldMkLst>
        <pc:spChg chg="mod">
          <ac:chgData name="Bruno Oliveira" userId="S::brunogoliveira@ua.pt::e5f99647-13aa-46cb-aca2-a8274487e73a" providerId="AD" clId="Web-{21C68A11-337D-6BE6-9EB6-D284E3AB061E}" dt="2024-06-03T14:19:23.654" v="276" actId="20577"/>
          <ac:spMkLst>
            <pc:docMk/>
            <pc:sldMk cId="1061612147" sldId="299"/>
            <ac:spMk id="3" creationId="{EE414B5B-E115-A031-3C59-7EE6D84B7F86}"/>
          </ac:spMkLst>
        </pc:spChg>
      </pc:sldChg>
      <pc:sldChg chg="del">
        <pc:chgData name="Bruno Oliveira" userId="S::brunogoliveira@ua.pt::e5f99647-13aa-46cb-aca2-a8274487e73a" providerId="AD" clId="Web-{21C68A11-337D-6BE6-9EB6-D284E3AB061E}" dt="2024-06-03T14:01:17.945" v="250"/>
        <pc:sldMkLst>
          <pc:docMk/>
          <pc:sldMk cId="3814180433" sldId="300"/>
        </pc:sldMkLst>
      </pc:sldChg>
      <pc:sldChg chg="del">
        <pc:chgData name="Bruno Oliveira" userId="S::brunogoliveira@ua.pt::e5f99647-13aa-46cb-aca2-a8274487e73a" providerId="AD" clId="Web-{21C68A11-337D-6BE6-9EB6-D284E3AB061E}" dt="2024-06-03T14:01:19.852" v="251"/>
        <pc:sldMkLst>
          <pc:docMk/>
          <pc:sldMk cId="3562386698" sldId="301"/>
        </pc:sldMkLst>
      </pc:sldChg>
      <pc:sldChg chg="ord">
        <pc:chgData name="Bruno Oliveira" userId="S::brunogoliveira@ua.pt::e5f99647-13aa-46cb-aca2-a8274487e73a" providerId="AD" clId="Web-{21C68A11-337D-6BE6-9EB6-D284E3AB061E}" dt="2024-06-03T13:10:56.923" v="248"/>
        <pc:sldMkLst>
          <pc:docMk/>
          <pc:sldMk cId="788852855" sldId="302"/>
        </pc:sldMkLst>
      </pc:sldChg>
      <pc:sldChg chg="modSp">
        <pc:chgData name="Bruno Oliveira" userId="S::brunogoliveira@ua.pt::e5f99647-13aa-46cb-aca2-a8274487e73a" providerId="AD" clId="Web-{21C68A11-337D-6BE6-9EB6-D284E3AB061E}" dt="2024-06-03T12:48:57.674" v="241" actId="20577"/>
        <pc:sldMkLst>
          <pc:docMk/>
          <pc:sldMk cId="3324689350" sldId="304"/>
        </pc:sldMkLst>
        <pc:spChg chg="mod">
          <ac:chgData name="Bruno Oliveira" userId="S::brunogoliveira@ua.pt::e5f99647-13aa-46cb-aca2-a8274487e73a" providerId="AD" clId="Web-{21C68A11-337D-6BE6-9EB6-D284E3AB061E}" dt="2024-06-03T12:48:57.674" v="241" actId="20577"/>
          <ac:spMkLst>
            <pc:docMk/>
            <pc:sldMk cId="3324689350" sldId="304"/>
            <ac:spMk id="4" creationId="{A4FC47CC-0B7B-133F-2FA6-F812ACEAE2A2}"/>
          </ac:spMkLst>
        </pc:spChg>
      </pc:sldChg>
      <pc:sldChg chg="modSp">
        <pc:chgData name="Bruno Oliveira" userId="S::brunogoliveira@ua.pt::e5f99647-13aa-46cb-aca2-a8274487e73a" providerId="AD" clId="Web-{21C68A11-337D-6BE6-9EB6-D284E3AB061E}" dt="2024-06-03T14:24:26.290" v="278" actId="20577"/>
        <pc:sldMkLst>
          <pc:docMk/>
          <pc:sldMk cId="1060329516" sldId="305"/>
        </pc:sldMkLst>
        <pc:spChg chg="mod">
          <ac:chgData name="Bruno Oliveira" userId="S::brunogoliveira@ua.pt::e5f99647-13aa-46cb-aca2-a8274487e73a" providerId="AD" clId="Web-{21C68A11-337D-6BE6-9EB6-D284E3AB061E}" dt="2024-06-03T14:24:26.290" v="278" actId="20577"/>
          <ac:spMkLst>
            <pc:docMk/>
            <pc:sldMk cId="1060329516" sldId="305"/>
            <ac:spMk id="3" creationId="{B444903B-1367-0B8F-67B8-C1C5EDE49ADC}"/>
          </ac:spMkLst>
        </pc:spChg>
      </pc:sldChg>
      <pc:sldChg chg="addSp delSp modSp">
        <pc:chgData name="Bruno Oliveira" userId="S::brunogoliveira@ua.pt::e5f99647-13aa-46cb-aca2-a8274487e73a" providerId="AD" clId="Web-{21C68A11-337D-6BE6-9EB6-D284E3AB061E}" dt="2024-06-03T14:40:49.167" v="281"/>
        <pc:sldMkLst>
          <pc:docMk/>
          <pc:sldMk cId="3308987137" sldId="306"/>
        </pc:sldMkLst>
        <pc:picChg chg="add del mod">
          <ac:chgData name="Bruno Oliveira" userId="S::brunogoliveira@ua.pt::e5f99647-13aa-46cb-aca2-a8274487e73a" providerId="AD" clId="Web-{21C68A11-337D-6BE6-9EB6-D284E3AB061E}" dt="2024-06-03T14:39:33.008" v="280"/>
          <ac:picMkLst>
            <pc:docMk/>
            <pc:sldMk cId="3308987137" sldId="306"/>
            <ac:picMk id="4" creationId="{8BA87B31-60B6-E558-F678-3B3EC8B1D056}"/>
          </ac:picMkLst>
        </pc:picChg>
        <pc:picChg chg="add mod">
          <ac:chgData name="Bruno Oliveira" userId="S::brunogoliveira@ua.pt::e5f99647-13aa-46cb-aca2-a8274487e73a" providerId="AD" clId="Web-{21C68A11-337D-6BE6-9EB6-D284E3AB061E}" dt="2024-06-03T14:40:49.167" v="281"/>
          <ac:picMkLst>
            <pc:docMk/>
            <pc:sldMk cId="3308987137" sldId="306"/>
            <ac:picMk id="5" creationId="{EC1DEE6A-50A2-C889-8DE6-4A9330373C6E}"/>
          </ac:picMkLst>
        </pc:picChg>
      </pc:sldChg>
      <pc:sldChg chg="modSp">
        <pc:chgData name="Bruno Oliveira" userId="S::brunogoliveira@ua.pt::e5f99647-13aa-46cb-aca2-a8274487e73a" providerId="AD" clId="Web-{21C68A11-337D-6BE6-9EB6-D284E3AB061E}" dt="2024-06-03T15:16:15.130" v="387" actId="14100"/>
        <pc:sldMkLst>
          <pc:docMk/>
          <pc:sldMk cId="592213592" sldId="307"/>
        </pc:sldMkLst>
        <pc:spChg chg="mod">
          <ac:chgData name="Bruno Oliveira" userId="S::brunogoliveira@ua.pt::e5f99647-13aa-46cb-aca2-a8274487e73a" providerId="AD" clId="Web-{21C68A11-337D-6BE6-9EB6-D284E3AB061E}" dt="2024-06-03T15:15:26.816" v="368" actId="20577"/>
          <ac:spMkLst>
            <pc:docMk/>
            <pc:sldMk cId="592213592" sldId="307"/>
            <ac:spMk id="2" creationId="{0EFC09BA-9B3D-D55B-A16E-E40BF2BB5B56}"/>
          </ac:spMkLst>
        </pc:spChg>
        <pc:spChg chg="mod">
          <ac:chgData name="Bruno Oliveira" userId="S::brunogoliveira@ua.pt::e5f99647-13aa-46cb-aca2-a8274487e73a" providerId="AD" clId="Web-{21C68A11-337D-6BE6-9EB6-D284E3AB061E}" dt="2024-06-03T15:16:15.130" v="387" actId="14100"/>
          <ac:spMkLst>
            <pc:docMk/>
            <pc:sldMk cId="592213592" sldId="307"/>
            <ac:spMk id="3" creationId="{E71EEA0F-F028-67BF-3027-C2D1C5FF1713}"/>
          </ac:spMkLst>
        </pc:spChg>
      </pc:sldChg>
    </pc:docChg>
  </pc:docChgLst>
  <pc:docChgLst>
    <pc:chgData name="Rúben Franco" userId="S::rrfranco@ua.pt::a0ed9411-83f7-41c5-8f13-313b6bcd7ecf" providerId="AD" clId="Web-{BEF81FE9-B851-53C5-9412-B0E54511DBEA}"/>
    <pc:docChg chg="addSld modSld sldOrd">
      <pc:chgData name="Rúben Franco" userId="S::rrfranco@ua.pt::a0ed9411-83f7-41c5-8f13-313b6bcd7ecf" providerId="AD" clId="Web-{BEF81FE9-B851-53C5-9412-B0E54511DBEA}" dt="2024-05-19T22:57:21.361" v="1277" actId="20577"/>
      <pc:docMkLst>
        <pc:docMk/>
      </pc:docMkLst>
      <pc:sldChg chg="addSp delSp modSp mod modClrScheme chgLayout">
        <pc:chgData name="Rúben Franco" userId="S::rrfranco@ua.pt::a0ed9411-83f7-41c5-8f13-313b6bcd7ecf" providerId="AD" clId="Web-{BEF81FE9-B851-53C5-9412-B0E54511DBEA}" dt="2024-05-19T22:57:21.361" v="1277" actId="20577"/>
        <pc:sldMkLst>
          <pc:docMk/>
          <pc:sldMk cId="223470611" sldId="291"/>
        </pc:sldMkLst>
        <pc:spChg chg="del mod">
          <ac:chgData name="Rúben Franco" userId="S::rrfranco@ua.pt::a0ed9411-83f7-41c5-8f13-313b6bcd7ecf" providerId="AD" clId="Web-{BEF81FE9-B851-53C5-9412-B0E54511DBEA}" dt="2024-05-19T22:33:30.220" v="75"/>
          <ac:spMkLst>
            <pc:docMk/>
            <pc:sldMk cId="223470611" sldId="291"/>
            <ac:spMk id="2" creationId="{B2BF249C-91D0-D3A4-7B59-1C90BE08FF7F}"/>
          </ac:spMkLst>
        </pc:spChg>
        <pc:spChg chg="add mod ord">
          <ac:chgData name="Rúben Franco" userId="S::rrfranco@ua.pt::a0ed9411-83f7-41c5-8f13-313b6bcd7ecf" providerId="AD" clId="Web-{BEF81FE9-B851-53C5-9412-B0E54511DBEA}" dt="2024-05-19T22:57:21.361" v="1277" actId="20577"/>
          <ac:spMkLst>
            <pc:docMk/>
            <pc:sldMk cId="223470611" sldId="291"/>
            <ac:spMk id="3" creationId="{B758D523-E1E0-0AFF-62AC-F6B09590837D}"/>
          </ac:spMkLst>
        </pc:spChg>
        <pc:spChg chg="mod ord">
          <ac:chgData name="Rúben Franco" userId="S::rrfranco@ua.pt::a0ed9411-83f7-41c5-8f13-313b6bcd7ecf" providerId="AD" clId="Web-{BEF81FE9-B851-53C5-9412-B0E54511DBEA}" dt="2024-05-19T22:33:50.955" v="76"/>
          <ac:spMkLst>
            <pc:docMk/>
            <pc:sldMk cId="223470611" sldId="291"/>
            <ac:spMk id="870" creationId="{00000000-0000-0000-0000-000000000000}"/>
          </ac:spMkLst>
        </pc:spChg>
      </pc:sldChg>
      <pc:sldChg chg="ord">
        <pc:chgData name="Rúben Franco" userId="S::rrfranco@ua.pt::a0ed9411-83f7-41c5-8f13-313b6bcd7ecf" providerId="AD" clId="Web-{BEF81FE9-B851-53C5-9412-B0E54511DBEA}" dt="2024-05-19T21:24:09.339" v="64"/>
        <pc:sldMkLst>
          <pc:docMk/>
          <pc:sldMk cId="61180216" sldId="293"/>
        </pc:sldMkLst>
      </pc:sldChg>
      <pc:sldChg chg="addSp delSp modSp add ord replId">
        <pc:chgData name="Rúben Franco" userId="S::rrfranco@ua.pt::a0ed9411-83f7-41c5-8f13-313b6bcd7ecf" providerId="AD" clId="Web-{BEF81FE9-B851-53C5-9412-B0E54511DBEA}" dt="2024-05-19T22:23:14.667" v="70" actId="1076"/>
        <pc:sldMkLst>
          <pc:docMk/>
          <pc:sldMk cId="1105684444" sldId="296"/>
        </pc:sldMkLst>
        <pc:spChg chg="mod">
          <ac:chgData name="Rúben Franco" userId="S::rrfranco@ua.pt::a0ed9411-83f7-41c5-8f13-313b6bcd7ecf" providerId="AD" clId="Web-{BEF81FE9-B851-53C5-9412-B0E54511DBEA}" dt="2024-05-19T22:23:14.667" v="70" actId="1076"/>
          <ac:spMkLst>
            <pc:docMk/>
            <pc:sldMk cId="1105684444" sldId="296"/>
            <ac:spMk id="2" creationId="{9A70F5D5-ADEF-5422-FAAE-1245DAD8C451}"/>
          </ac:spMkLst>
        </pc:spChg>
        <pc:spChg chg="del">
          <ac:chgData name="Rúben Franco" userId="S::rrfranco@ua.pt::a0ed9411-83f7-41c5-8f13-313b6bcd7ecf" providerId="AD" clId="Web-{BEF81FE9-B851-53C5-9412-B0E54511DBEA}" dt="2024-05-19T21:21:06.239" v="20"/>
          <ac:spMkLst>
            <pc:docMk/>
            <pc:sldMk cId="1105684444" sldId="296"/>
            <ac:spMk id="3" creationId="{23FB90D1-9859-B625-2C03-54DC91245409}"/>
          </ac:spMkLst>
        </pc:spChg>
        <pc:spChg chg="add del mod">
          <ac:chgData name="Rúben Franco" userId="S::rrfranco@ua.pt::a0ed9411-83f7-41c5-8f13-313b6bcd7ecf" providerId="AD" clId="Web-{BEF81FE9-B851-53C5-9412-B0E54511DBEA}" dt="2024-05-19T21:21:04.973" v="19"/>
          <ac:spMkLst>
            <pc:docMk/>
            <pc:sldMk cId="1105684444" sldId="296"/>
            <ac:spMk id="4" creationId="{82870F2B-7EB2-18DC-7757-9D6DC72B5062}"/>
          </ac:spMkLst>
        </pc:spChg>
        <pc:spChg chg="add mod">
          <ac:chgData name="Rúben Franco" userId="S::rrfranco@ua.pt::a0ed9411-83f7-41c5-8f13-313b6bcd7ecf" providerId="AD" clId="Web-{BEF81FE9-B851-53C5-9412-B0E54511DBEA}" dt="2024-05-19T21:23:40.838" v="62"/>
          <ac:spMkLst>
            <pc:docMk/>
            <pc:sldMk cId="1105684444" sldId="296"/>
            <ac:spMk id="5" creationId="{C0578A3D-ECFB-90DE-74E8-7F5960F1FD91}"/>
          </ac:spMkLst>
        </pc:spChg>
        <pc:spChg chg="mod">
          <ac:chgData name="Rúben Franco" userId="S::rrfranco@ua.pt::a0ed9411-83f7-41c5-8f13-313b6bcd7ecf" providerId="AD" clId="Web-{BEF81FE9-B851-53C5-9412-B0E54511DBEA}" dt="2024-05-19T21:25:25.763" v="66" actId="1076"/>
          <ac:spMkLst>
            <pc:docMk/>
            <pc:sldMk cId="1105684444" sldId="296"/>
            <ac:spMk id="7" creationId="{EA2CBA24-8575-CDCD-04A2-34B72FB2B9F5}"/>
          </ac:spMkLst>
        </pc:spChg>
        <pc:picChg chg="del">
          <ac:chgData name="Rúben Franco" userId="S::rrfranco@ua.pt::a0ed9411-83f7-41c5-8f13-313b6bcd7ecf" providerId="AD" clId="Web-{BEF81FE9-B851-53C5-9412-B0E54511DBEA}" dt="2024-05-19T21:20:12.971" v="1"/>
          <ac:picMkLst>
            <pc:docMk/>
            <pc:sldMk cId="1105684444" sldId="296"/>
            <ac:picMk id="6" creationId="{63B59EDD-DE75-651B-F09A-E3E35BBECDC9}"/>
          </ac:picMkLst>
        </pc:picChg>
      </pc:sldChg>
    </pc:docChg>
  </pc:docChgLst>
  <pc:docChgLst>
    <pc:chgData name="Guest User" userId="S::urn:spo:anon#7fe97e763a81c805ecbdc3d227101cef9607a297d190ae8b53a75040c30c958e::" providerId="AD" clId="Web-{2E0090C0-BC7F-A458-C88B-133B6527CD0C}"/>
    <pc:docChg chg="modSld">
      <pc:chgData name="Guest User" userId="S::urn:spo:anon#7fe97e763a81c805ecbdc3d227101cef9607a297d190ae8b53a75040c30c958e::" providerId="AD" clId="Web-{2E0090C0-BC7F-A458-C88B-133B6527CD0C}" dt="2024-06-03T12:26:17.904" v="146" actId="20577"/>
      <pc:docMkLst>
        <pc:docMk/>
      </pc:docMkLst>
      <pc:sldChg chg="modSp">
        <pc:chgData name="Guest User" userId="S::urn:spo:anon#7fe97e763a81c805ecbdc3d227101cef9607a297d190ae8b53a75040c30c958e::" providerId="AD" clId="Web-{2E0090C0-BC7F-A458-C88B-133B6527CD0C}" dt="2024-06-03T12:26:17.904" v="146" actId="20577"/>
        <pc:sldMkLst>
          <pc:docMk/>
          <pc:sldMk cId="0" sldId="276"/>
        </pc:sldMkLst>
        <pc:spChg chg="mod">
          <ac:chgData name="Guest User" userId="S::urn:spo:anon#7fe97e763a81c805ecbdc3d227101cef9607a297d190ae8b53a75040c30c958e::" providerId="AD" clId="Web-{2E0090C0-BC7F-A458-C88B-133B6527CD0C}" dt="2024-06-03T12:26:17.904" v="146" actId="20577"/>
          <ac:spMkLst>
            <pc:docMk/>
            <pc:sldMk cId="0" sldId="276"/>
            <ac:spMk id="2" creationId="{B2BF249C-91D0-D3A4-7B59-1C90BE08FF7F}"/>
          </ac:spMkLst>
        </pc:spChg>
      </pc:sldChg>
      <pc:sldChg chg="addSp delSp modSp mod modClrScheme chgLayout">
        <pc:chgData name="Guest User" userId="S::urn:spo:anon#7fe97e763a81c805ecbdc3d227101cef9607a297d190ae8b53a75040c30c958e::" providerId="AD" clId="Web-{2E0090C0-BC7F-A458-C88B-133B6527CD0C}" dt="2024-06-03T10:47:30.672" v="15" actId="20577"/>
        <pc:sldMkLst>
          <pc:docMk/>
          <pc:sldMk cId="3324689350" sldId="304"/>
        </pc:sldMkLst>
        <pc:spChg chg="mod ord">
          <ac:chgData name="Guest User" userId="S::urn:spo:anon#7fe97e763a81c805ecbdc3d227101cef9607a297d190ae8b53a75040c30c958e::" providerId="AD" clId="Web-{2E0090C0-BC7F-A458-C88B-133B6527CD0C}" dt="2024-06-03T10:46:53.624" v="2"/>
          <ac:spMkLst>
            <pc:docMk/>
            <pc:sldMk cId="3324689350" sldId="304"/>
            <ac:spMk id="2" creationId="{270C027C-18B7-14B2-0D95-2E3F59E3BBC8}"/>
          </ac:spMkLst>
        </pc:spChg>
        <pc:spChg chg="del mod">
          <ac:chgData name="Guest User" userId="S::urn:spo:anon#7fe97e763a81c805ecbdc3d227101cef9607a297d190ae8b53a75040c30c958e::" providerId="AD" clId="Web-{2E0090C0-BC7F-A458-C88B-133B6527CD0C}" dt="2024-06-03T10:47:01.718" v="5"/>
          <ac:spMkLst>
            <pc:docMk/>
            <pc:sldMk cId="3324689350" sldId="304"/>
            <ac:spMk id="3" creationId="{6BE95C7B-EAAE-69C0-50A8-04881580C195}"/>
          </ac:spMkLst>
        </pc:spChg>
        <pc:spChg chg="add mod ord">
          <ac:chgData name="Guest User" userId="S::urn:spo:anon#7fe97e763a81c805ecbdc3d227101cef9607a297d190ae8b53a75040c30c958e::" providerId="AD" clId="Web-{2E0090C0-BC7F-A458-C88B-133B6527CD0C}" dt="2024-06-03T10:47:30.672" v="15" actId="20577"/>
          <ac:spMkLst>
            <pc:docMk/>
            <pc:sldMk cId="3324689350" sldId="304"/>
            <ac:spMk id="4" creationId="{A4FC47CC-0B7B-133F-2FA6-F812ACEAE2A2}"/>
          </ac:spMkLst>
        </pc:spChg>
        <pc:spChg chg="add del mod">
          <ac:chgData name="Guest User" userId="S::urn:spo:anon#7fe97e763a81c805ecbdc3d227101cef9607a297d190ae8b53a75040c30c958e::" providerId="AD" clId="Web-{2E0090C0-BC7F-A458-C88B-133B6527CD0C}" dt="2024-06-03T10:47:03.905" v="9"/>
          <ac:spMkLst>
            <pc:docMk/>
            <pc:sldMk cId="3324689350" sldId="304"/>
            <ac:spMk id="5" creationId="{4408E4E2-B764-F9ED-52EA-588EEBD18103}"/>
          </ac:spMkLst>
        </pc:spChg>
      </pc:sldChg>
    </pc:docChg>
  </pc:docChgLst>
  <pc:docChgLst>
    <pc:chgData name="Guest User" userId="S::urn:spo:anon#7fe97e763a81c805ecbdc3d227101cef9607a297d190ae8b53a75040c30c958e::" providerId="AD" clId="Web-{A9956E1D-55D9-D820-3F0D-0CABFA534BA1}"/>
    <pc:docChg chg="modSld">
      <pc:chgData name="Guest User" userId="S::urn:spo:anon#7fe97e763a81c805ecbdc3d227101cef9607a297d190ae8b53a75040c30c958e::" providerId="AD" clId="Web-{A9956E1D-55D9-D820-3F0D-0CABFA534BA1}" dt="2024-05-06T14:33:25.855" v="253" actId="20577"/>
      <pc:docMkLst>
        <pc:docMk/>
      </pc:docMkLst>
      <pc:sldChg chg="modSp">
        <pc:chgData name="Guest User" userId="S::urn:spo:anon#7fe97e763a81c805ecbdc3d227101cef9607a297d190ae8b53a75040c30c958e::" providerId="AD" clId="Web-{A9956E1D-55D9-D820-3F0D-0CABFA534BA1}" dt="2024-05-06T14:20:08.548" v="105" actId="20577"/>
        <pc:sldMkLst>
          <pc:docMk/>
          <pc:sldMk cId="0" sldId="276"/>
        </pc:sldMkLst>
        <pc:spChg chg="mod">
          <ac:chgData name="Guest User" userId="S::urn:spo:anon#7fe97e763a81c805ecbdc3d227101cef9607a297d190ae8b53a75040c30c958e::" providerId="AD" clId="Web-{A9956E1D-55D9-D820-3F0D-0CABFA534BA1}" dt="2024-05-06T14:20:08.548" v="105" actId="20577"/>
          <ac:spMkLst>
            <pc:docMk/>
            <pc:sldMk cId="0" sldId="276"/>
            <ac:spMk id="2" creationId="{B2BF249C-91D0-D3A4-7B59-1C90BE08FF7F}"/>
          </ac:spMkLst>
        </pc:spChg>
      </pc:sldChg>
      <pc:sldChg chg="modSp">
        <pc:chgData name="Guest User" userId="S::urn:spo:anon#7fe97e763a81c805ecbdc3d227101cef9607a297d190ae8b53a75040c30c958e::" providerId="AD" clId="Web-{A9956E1D-55D9-D820-3F0D-0CABFA534BA1}" dt="2024-05-06T14:33:25.855" v="253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A9956E1D-55D9-D820-3F0D-0CABFA534BA1}" dt="2024-05-06T14:33:25.855" v="253" actId="20577"/>
          <ac:spMkLst>
            <pc:docMk/>
            <pc:sldMk cId="1164156451" sldId="290"/>
            <ac:spMk id="2" creationId="{B2BF249C-91D0-D3A4-7B59-1C90BE08FF7F}"/>
          </ac:spMkLst>
        </pc:spChg>
      </pc:sldChg>
      <pc:sldChg chg="modSp">
        <pc:chgData name="Guest User" userId="S::urn:spo:anon#7fe97e763a81c805ecbdc3d227101cef9607a297d190ae8b53a75040c30c958e::" providerId="AD" clId="Web-{A9956E1D-55D9-D820-3F0D-0CABFA534BA1}" dt="2024-05-06T14:21:37.680" v="117"/>
        <pc:sldMkLst>
          <pc:docMk/>
          <pc:sldMk cId="223470611" sldId="291"/>
        </pc:sldMkLst>
        <pc:spChg chg="mod">
          <ac:chgData name="Guest User" userId="S::urn:spo:anon#7fe97e763a81c805ecbdc3d227101cef9607a297d190ae8b53a75040c30c958e::" providerId="AD" clId="Web-{A9956E1D-55D9-D820-3F0D-0CABFA534BA1}" dt="2024-05-06T14:21:37.680" v="117"/>
          <ac:spMkLst>
            <pc:docMk/>
            <pc:sldMk cId="223470611" sldId="291"/>
            <ac:spMk id="2" creationId="{B2BF249C-91D0-D3A4-7B59-1C90BE08FF7F}"/>
          </ac:spMkLst>
        </pc:spChg>
      </pc:sldChg>
    </pc:docChg>
  </pc:docChgLst>
  <pc:docChgLst>
    <pc:chgData name="Guest User" userId="S::urn:spo:anon#7fe97e763a81c805ecbdc3d227101cef9607a297d190ae8b53a75040c30c958e::" providerId="AD" clId="Web-{677595F5-AAE4-FCA1-0368-BCED99EE3247}"/>
    <pc:docChg chg="modSld">
      <pc:chgData name="Guest User" userId="S::urn:spo:anon#7fe97e763a81c805ecbdc3d227101cef9607a297d190ae8b53a75040c30c958e::" providerId="AD" clId="Web-{677595F5-AAE4-FCA1-0368-BCED99EE3247}" dt="2024-05-05T15:44:34.032" v="28" actId="20577"/>
      <pc:docMkLst>
        <pc:docMk/>
      </pc:docMkLst>
      <pc:sldChg chg="modSp">
        <pc:chgData name="Guest User" userId="S::urn:spo:anon#7fe97e763a81c805ecbdc3d227101cef9607a297d190ae8b53a75040c30c958e::" providerId="AD" clId="Web-{677595F5-AAE4-FCA1-0368-BCED99EE3247}" dt="2024-05-05T15:44:34.032" v="28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677595F5-AAE4-FCA1-0368-BCED99EE3247}" dt="2024-05-05T15:44:34.032" v="28" actId="20577"/>
          <ac:spMkLst>
            <pc:docMk/>
            <pc:sldMk cId="1164156451" sldId="290"/>
            <ac:spMk id="2" creationId="{B2BF249C-91D0-D3A4-7B59-1C90BE08FF7F}"/>
          </ac:spMkLst>
        </pc:spChg>
      </pc:sldChg>
    </pc:docChg>
  </pc:docChgLst>
  <pc:docChgLst>
    <pc:chgData name="Utilizador Convidado" userId="S::urn:spo:anon#7fe97e763a81c805ecbdc3d227101cef9607a297d190ae8b53a75040c30c958e::" providerId="AD" clId="Web-{36BD4487-50A8-AB82-D956-DAD960F31FF2}"/>
    <pc:docChg chg="addSld delSld modSld">
      <pc:chgData name="Utilizador Convidado" userId="S::urn:spo:anon#7fe97e763a81c805ecbdc3d227101cef9607a297d190ae8b53a75040c30c958e::" providerId="AD" clId="Web-{36BD4487-50A8-AB82-D956-DAD960F31FF2}" dt="2024-06-03T14:16:00.604" v="8"/>
      <pc:docMkLst>
        <pc:docMk/>
      </pc:docMkLst>
      <pc:sldChg chg="modSp">
        <pc:chgData name="Utilizador Convidado" userId="S::urn:spo:anon#7fe97e763a81c805ecbdc3d227101cef9607a297d190ae8b53a75040c30c958e::" providerId="AD" clId="Web-{36BD4487-50A8-AB82-D956-DAD960F31FF2}" dt="2024-06-03T14:01:45.607" v="2" actId="20577"/>
        <pc:sldMkLst>
          <pc:docMk/>
          <pc:sldMk cId="0" sldId="276"/>
        </pc:sldMkLst>
        <pc:spChg chg="mod">
          <ac:chgData name="Utilizador Convidado" userId="S::urn:spo:anon#7fe97e763a81c805ecbdc3d227101cef9607a297d190ae8b53a75040c30c958e::" providerId="AD" clId="Web-{36BD4487-50A8-AB82-D956-DAD960F31FF2}" dt="2024-06-03T14:01:45.607" v="2" actId="20577"/>
          <ac:spMkLst>
            <pc:docMk/>
            <pc:sldMk cId="0" sldId="276"/>
            <ac:spMk id="2" creationId="{B2BF249C-91D0-D3A4-7B59-1C90BE08FF7F}"/>
          </ac:spMkLst>
        </pc:spChg>
      </pc:sldChg>
      <pc:sldChg chg="new del">
        <pc:chgData name="Utilizador Convidado" userId="S::urn:spo:anon#7fe97e763a81c805ecbdc3d227101cef9607a297d190ae8b53a75040c30c958e::" providerId="AD" clId="Web-{36BD4487-50A8-AB82-D956-DAD960F31FF2}" dt="2024-06-03T14:16:00.604" v="8"/>
        <pc:sldMkLst>
          <pc:docMk/>
          <pc:sldMk cId="65063493" sldId="306"/>
        </pc:sldMkLst>
      </pc:sldChg>
      <pc:sldChg chg="new del">
        <pc:chgData name="Utilizador Convidado" userId="S::urn:spo:anon#7fe97e763a81c805ecbdc3d227101cef9607a297d190ae8b53a75040c30c958e::" providerId="AD" clId="Web-{36BD4487-50A8-AB82-D956-DAD960F31FF2}" dt="2024-06-03T14:15:59.682" v="7"/>
        <pc:sldMkLst>
          <pc:docMk/>
          <pc:sldMk cId="2329357969" sldId="307"/>
        </pc:sldMkLst>
      </pc:sldChg>
      <pc:sldChg chg="new del">
        <pc:chgData name="Utilizador Convidado" userId="S::urn:spo:anon#7fe97e763a81c805ecbdc3d227101cef9607a297d190ae8b53a75040c30c958e::" providerId="AD" clId="Web-{36BD4487-50A8-AB82-D956-DAD960F31FF2}" dt="2024-06-03T14:15:56.729" v="6"/>
        <pc:sldMkLst>
          <pc:docMk/>
          <pc:sldMk cId="3227307684" sldId="308"/>
        </pc:sldMkLst>
      </pc:sldChg>
    </pc:docChg>
  </pc:docChgLst>
  <pc:docChgLst>
    <pc:chgData name="Utilizador Convidado" userId="S::urn:spo:anon#7fe97e763a81c805ecbdc3d227101cef9607a297d190ae8b53a75040c30c958e::" providerId="AD" clId="Web-{962169E9-D138-046C-A9FE-344A76885FB6}"/>
    <pc:docChg chg="delSld">
      <pc:chgData name="Utilizador Convidado" userId="S::urn:spo:anon#7fe97e763a81c805ecbdc3d227101cef9607a297d190ae8b53a75040c30c958e::" providerId="AD" clId="Web-{962169E9-D138-046C-A9FE-344A76885FB6}" dt="2024-06-03T15:05:31.910" v="0"/>
      <pc:docMkLst>
        <pc:docMk/>
      </pc:docMkLst>
      <pc:sldChg chg="del">
        <pc:chgData name="Utilizador Convidado" userId="S::urn:spo:anon#7fe97e763a81c805ecbdc3d227101cef9607a297d190ae8b53a75040c30c958e::" providerId="AD" clId="Web-{962169E9-D138-046C-A9FE-344A76885FB6}" dt="2024-06-03T15:05:31.910" v="0"/>
        <pc:sldMkLst>
          <pc:docMk/>
          <pc:sldMk cId="1061612147" sldId="299"/>
        </pc:sldMkLst>
      </pc:sldChg>
    </pc:docChg>
  </pc:docChgLst>
  <pc:docChgLst>
    <pc:chgData name="Bruno Oliveira" userId="S::brunogoliveira@ua.pt::e5f99647-13aa-46cb-aca2-a8274487e73a" providerId="AD" clId="Web-{F6CB52AE-7104-5240-6905-C939B011DE6A}"/>
    <pc:docChg chg="modSld">
      <pc:chgData name="Bruno Oliveira" userId="S::brunogoliveira@ua.pt::e5f99647-13aa-46cb-aca2-a8274487e73a" providerId="AD" clId="Web-{F6CB52AE-7104-5240-6905-C939B011DE6A}" dt="2024-05-06T13:26:08.813" v="5" actId="20577"/>
      <pc:docMkLst>
        <pc:docMk/>
      </pc:docMkLst>
      <pc:sldChg chg="modSp">
        <pc:chgData name="Bruno Oliveira" userId="S::brunogoliveira@ua.pt::e5f99647-13aa-46cb-aca2-a8274487e73a" providerId="AD" clId="Web-{F6CB52AE-7104-5240-6905-C939B011DE6A}" dt="2024-05-06T13:26:08.813" v="5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F6CB52AE-7104-5240-6905-C939B011DE6A}" dt="2024-05-06T13:26:08.813" v="5" actId="20577"/>
          <ac:spMkLst>
            <pc:docMk/>
            <pc:sldMk cId="0" sldId="276"/>
            <ac:spMk id="2" creationId="{B2BF249C-91D0-D3A4-7B59-1C90BE08FF7F}"/>
          </ac:spMkLst>
        </pc:spChg>
      </pc:sldChg>
    </pc:docChg>
  </pc:docChgLst>
  <pc:docChgLst>
    <pc:chgData name="Utilizador Convidado" userId="S::urn:spo:anon#7fe97e763a81c805ecbdc3d227101cef9607a297d190ae8b53a75040c30c958e::" providerId="AD" clId="Web-{F039A505-EDE4-7B67-6086-7A6BC0E94395}"/>
    <pc:docChg chg="addSld modSld">
      <pc:chgData name="Utilizador Convidado" userId="S::urn:spo:anon#7fe97e763a81c805ecbdc3d227101cef9607a297d190ae8b53a75040c30c958e::" providerId="AD" clId="Web-{F039A505-EDE4-7B67-6086-7A6BC0E94395}" dt="2024-05-20T00:10:04.414" v="581" actId="1076"/>
      <pc:docMkLst>
        <pc:docMk/>
      </pc:docMkLst>
      <pc:sldChg chg="modSp">
        <pc:chgData name="Utilizador Convidado" userId="S::urn:spo:anon#7fe97e763a81c805ecbdc3d227101cef9607a297d190ae8b53a75040c30c958e::" providerId="AD" clId="Web-{F039A505-EDE4-7B67-6086-7A6BC0E94395}" dt="2024-05-20T00:01:35.491" v="446" actId="20577"/>
        <pc:sldMkLst>
          <pc:docMk/>
          <pc:sldMk cId="223470611" sldId="291"/>
        </pc:sldMkLst>
        <pc:spChg chg="mod">
          <ac:chgData name="Utilizador Convidado" userId="S::urn:spo:anon#7fe97e763a81c805ecbdc3d227101cef9607a297d190ae8b53a75040c30c958e::" providerId="AD" clId="Web-{F039A505-EDE4-7B67-6086-7A6BC0E94395}" dt="2024-05-20T00:01:35.491" v="446" actId="20577"/>
          <ac:spMkLst>
            <pc:docMk/>
            <pc:sldMk cId="223470611" sldId="291"/>
            <ac:spMk id="3" creationId="{B758D523-E1E0-0AFF-62AC-F6B09590837D}"/>
          </ac:spMkLst>
        </pc:spChg>
      </pc:sldChg>
      <pc:sldChg chg="addSp modSp new">
        <pc:chgData name="Utilizador Convidado" userId="S::urn:spo:anon#7fe97e763a81c805ecbdc3d227101cef9607a297d190ae8b53a75040c30c958e::" providerId="AD" clId="Web-{F039A505-EDE4-7B67-6086-7A6BC0E94395}" dt="2024-05-20T00:01:06.162" v="436" actId="20577"/>
        <pc:sldMkLst>
          <pc:docMk/>
          <pc:sldMk cId="2426572033" sldId="297"/>
        </pc:sldMkLst>
        <pc:spChg chg="mod">
          <ac:chgData name="Utilizador Convidado" userId="S::urn:spo:anon#7fe97e763a81c805ecbdc3d227101cef9607a297d190ae8b53a75040c30c958e::" providerId="AD" clId="Web-{F039A505-EDE4-7B67-6086-7A6BC0E94395}" dt="2024-05-19T23:32:37.089" v="17" actId="20577"/>
          <ac:spMkLst>
            <pc:docMk/>
            <pc:sldMk cId="2426572033" sldId="297"/>
            <ac:spMk id="2" creationId="{EFBC85A3-905D-E80A-4256-6562734109D1}"/>
          </ac:spMkLst>
        </pc:spChg>
        <pc:spChg chg="mod">
          <ac:chgData name="Utilizador Convidado" userId="S::urn:spo:anon#7fe97e763a81c805ecbdc3d227101cef9607a297d190ae8b53a75040c30c958e::" providerId="AD" clId="Web-{F039A505-EDE4-7B67-6086-7A6BC0E94395}" dt="2024-05-20T00:01:06.162" v="436" actId="20577"/>
          <ac:spMkLst>
            <pc:docMk/>
            <pc:sldMk cId="2426572033" sldId="297"/>
            <ac:spMk id="3" creationId="{86938921-5CDE-A017-35E3-F3D0C442EFEE}"/>
          </ac:spMkLst>
        </pc:spChg>
        <pc:picChg chg="add mod">
          <ac:chgData name="Utilizador Convidado" userId="S::urn:spo:anon#7fe97e763a81c805ecbdc3d227101cef9607a297d190ae8b53a75040c30c958e::" providerId="AD" clId="Web-{F039A505-EDE4-7B67-6086-7A6BC0E94395}" dt="2024-05-19T23:39:39.531" v="59" actId="1076"/>
          <ac:picMkLst>
            <pc:docMk/>
            <pc:sldMk cId="2426572033" sldId="297"/>
            <ac:picMk id="4" creationId="{68E28078-4FB6-D537-5805-E7007730E110}"/>
          </ac:picMkLst>
        </pc:picChg>
      </pc:sldChg>
      <pc:sldChg chg="modSp new">
        <pc:chgData name="Utilizador Convidado" userId="S::urn:spo:anon#7fe97e763a81c805ecbdc3d227101cef9607a297d190ae8b53a75040c30c958e::" providerId="AD" clId="Web-{F039A505-EDE4-7B67-6086-7A6BC0E94395}" dt="2024-05-19T23:38:00.463" v="38" actId="20577"/>
        <pc:sldMkLst>
          <pc:docMk/>
          <pc:sldMk cId="3580164529" sldId="298"/>
        </pc:sldMkLst>
        <pc:spChg chg="mod">
          <ac:chgData name="Utilizador Convidado" userId="S::urn:spo:anon#7fe97e763a81c805ecbdc3d227101cef9607a297d190ae8b53a75040c30c958e::" providerId="AD" clId="Web-{F039A505-EDE4-7B67-6086-7A6BC0E94395}" dt="2024-05-19T23:38:00.463" v="38" actId="20577"/>
          <ac:spMkLst>
            <pc:docMk/>
            <pc:sldMk cId="3580164529" sldId="298"/>
            <ac:spMk id="2" creationId="{90425ED8-F21D-A7BC-7D83-87ADD3C4A06C}"/>
          </ac:spMkLst>
        </pc:spChg>
      </pc:sldChg>
      <pc:sldChg chg="addSp delSp modSp new">
        <pc:chgData name="Utilizador Convidado" userId="S::urn:spo:anon#7fe97e763a81c805ecbdc3d227101cef9607a297d190ae8b53a75040c30c958e::" providerId="AD" clId="Web-{F039A505-EDE4-7B67-6086-7A6BC0E94395}" dt="2024-05-20T00:10:04.414" v="581" actId="1076"/>
        <pc:sldMkLst>
          <pc:docMk/>
          <pc:sldMk cId="1061612147" sldId="299"/>
        </pc:sldMkLst>
        <pc:spChg chg="mod">
          <ac:chgData name="Utilizador Convidado" userId="S::urn:spo:anon#7fe97e763a81c805ecbdc3d227101cef9607a297d190ae8b53a75040c30c958e::" providerId="AD" clId="Web-{F039A505-EDE4-7B67-6086-7A6BC0E94395}" dt="2024-05-19T23:38:18.120" v="52" actId="20577"/>
          <ac:spMkLst>
            <pc:docMk/>
            <pc:sldMk cId="1061612147" sldId="299"/>
            <ac:spMk id="2" creationId="{A62A090B-4F63-5F31-98D5-DA7FCDBACD23}"/>
          </ac:spMkLst>
        </pc:spChg>
        <pc:spChg chg="mod">
          <ac:chgData name="Utilizador Convidado" userId="S::urn:spo:anon#7fe97e763a81c805ecbdc3d227101cef9607a297d190ae8b53a75040c30c958e::" providerId="AD" clId="Web-{F039A505-EDE4-7B67-6086-7A6BC0E94395}" dt="2024-05-20T00:06:20.157" v="576" actId="20577"/>
          <ac:spMkLst>
            <pc:docMk/>
            <pc:sldMk cId="1061612147" sldId="299"/>
            <ac:spMk id="3" creationId="{EE414B5B-E115-A031-3C59-7EE6D84B7F86}"/>
          </ac:spMkLst>
        </pc:spChg>
        <pc:picChg chg="add del mod">
          <ac:chgData name="Utilizador Convidado" userId="S::urn:spo:anon#7fe97e763a81c805ecbdc3d227101cef9607a297d190ae8b53a75040c30c958e::" providerId="AD" clId="Web-{F039A505-EDE4-7B67-6086-7A6BC0E94395}" dt="2024-05-20T00:04:35.451" v="451"/>
          <ac:picMkLst>
            <pc:docMk/>
            <pc:sldMk cId="1061612147" sldId="299"/>
            <ac:picMk id="4" creationId="{DD6E6DC1-D555-F9DC-BDBA-96CD4DB882B7}"/>
          </ac:picMkLst>
        </pc:picChg>
        <pc:picChg chg="add mod">
          <ac:chgData name="Utilizador Convidado" userId="S::urn:spo:anon#7fe97e763a81c805ecbdc3d227101cef9607a297d190ae8b53a75040c30c958e::" providerId="AD" clId="Web-{F039A505-EDE4-7B67-6086-7A6BC0E94395}" dt="2024-05-20T00:10:04.414" v="581" actId="1076"/>
          <ac:picMkLst>
            <pc:docMk/>
            <pc:sldMk cId="1061612147" sldId="299"/>
            <ac:picMk id="5" creationId="{8D38BF80-8F74-BC00-3E2E-7BC0DB0B0661}"/>
          </ac:picMkLst>
        </pc:picChg>
      </pc:sldChg>
    </pc:docChg>
  </pc:docChgLst>
  <pc:docChgLst>
    <pc:chgData name="António Costa" userId="f59dee56-c985-4c2e-97b4-ffdb0b1ffcd0" providerId="ADAL" clId="{921AD569-4AA7-489E-8024-4FA704CCF53A}"/>
    <pc:docChg chg="undo custSel modSld">
      <pc:chgData name="António Costa" userId="f59dee56-c985-4c2e-97b4-ffdb0b1ffcd0" providerId="ADAL" clId="{921AD569-4AA7-489E-8024-4FA704CCF53A}" dt="2024-06-03T15:17:48.832" v="22" actId="790"/>
      <pc:docMkLst>
        <pc:docMk/>
      </pc:docMkLst>
      <pc:sldChg chg="modSp mod">
        <pc:chgData name="António Costa" userId="f59dee56-c985-4c2e-97b4-ffdb0b1ffcd0" providerId="ADAL" clId="{921AD569-4AA7-489E-8024-4FA704CCF53A}" dt="2024-06-03T11:52:40.258" v="17" actId="1076"/>
        <pc:sldMkLst>
          <pc:docMk/>
          <pc:sldMk cId="0" sldId="276"/>
        </pc:sldMkLst>
        <pc:spChg chg="mod">
          <ac:chgData name="António Costa" userId="f59dee56-c985-4c2e-97b4-ffdb0b1ffcd0" providerId="ADAL" clId="{921AD569-4AA7-489E-8024-4FA704CCF53A}" dt="2024-06-03T11:52:36.607" v="16" actId="1076"/>
          <ac:spMkLst>
            <pc:docMk/>
            <pc:sldMk cId="0" sldId="276"/>
            <ac:spMk id="2" creationId="{B2BF249C-91D0-D3A4-7B59-1C90BE08FF7F}"/>
          </ac:spMkLst>
        </pc:spChg>
        <pc:picChg chg="mod">
          <ac:chgData name="António Costa" userId="f59dee56-c985-4c2e-97b4-ffdb0b1ffcd0" providerId="ADAL" clId="{921AD569-4AA7-489E-8024-4FA704CCF53A}" dt="2024-06-03T11:52:40.258" v="17" actId="1076"/>
          <ac:picMkLst>
            <pc:docMk/>
            <pc:sldMk cId="0" sldId="276"/>
            <ac:picMk id="5" creationId="{8C5B103D-E141-35BE-A648-ABB4FB46A594}"/>
          </ac:picMkLst>
        </pc:picChg>
      </pc:sldChg>
      <pc:sldChg chg="modSp mod">
        <pc:chgData name="António Costa" userId="f59dee56-c985-4c2e-97b4-ffdb0b1ffcd0" providerId="ADAL" clId="{921AD569-4AA7-489E-8024-4FA704CCF53A}" dt="2024-06-03T15:17:48.832" v="22" actId="790"/>
        <pc:sldMkLst>
          <pc:docMk/>
          <pc:sldMk cId="1105684444" sldId="296"/>
        </pc:sldMkLst>
        <pc:spChg chg="mod">
          <ac:chgData name="António Costa" userId="f59dee56-c985-4c2e-97b4-ffdb0b1ffcd0" providerId="ADAL" clId="{921AD569-4AA7-489E-8024-4FA704CCF53A}" dt="2024-06-03T15:17:48.832" v="22" actId="790"/>
          <ac:spMkLst>
            <pc:docMk/>
            <pc:sldMk cId="1105684444" sldId="296"/>
            <ac:spMk id="3" creationId="{982ECCA6-F34D-A963-F404-7641F19236F2}"/>
          </ac:spMkLst>
        </pc:spChg>
        <pc:spChg chg="mod">
          <ac:chgData name="António Costa" userId="f59dee56-c985-4c2e-97b4-ffdb0b1ffcd0" providerId="ADAL" clId="{921AD569-4AA7-489E-8024-4FA704CCF53A}" dt="2024-06-03T15:17:36.350" v="21" actId="313"/>
          <ac:spMkLst>
            <pc:docMk/>
            <pc:sldMk cId="1105684444" sldId="296"/>
            <ac:spMk id="9" creationId="{152619B7-25D5-F006-F776-CDBDC3B42DCB}"/>
          </ac:spMkLst>
        </pc:spChg>
        <pc:picChg chg="mod">
          <ac:chgData name="António Costa" userId="f59dee56-c985-4c2e-97b4-ffdb0b1ffcd0" providerId="ADAL" clId="{921AD569-4AA7-489E-8024-4FA704CCF53A}" dt="2024-06-03T11:44:36.306" v="14" actId="1076"/>
          <ac:picMkLst>
            <pc:docMk/>
            <pc:sldMk cId="1105684444" sldId="296"/>
            <ac:picMk id="6" creationId="{CB3664FF-9A89-4B8E-7F21-1ED90BCD5D6E}"/>
          </ac:picMkLst>
        </pc:picChg>
      </pc:sldChg>
      <pc:sldChg chg="modSp mod">
        <pc:chgData name="António Costa" userId="f59dee56-c985-4c2e-97b4-ffdb0b1ffcd0" providerId="ADAL" clId="{921AD569-4AA7-489E-8024-4FA704CCF53A}" dt="2024-06-03T15:17:07.330" v="19" actId="20577"/>
        <pc:sldMkLst>
          <pc:docMk/>
          <pc:sldMk cId="1060329516" sldId="305"/>
        </pc:sldMkLst>
        <pc:spChg chg="mod">
          <ac:chgData name="António Costa" userId="f59dee56-c985-4c2e-97b4-ffdb0b1ffcd0" providerId="ADAL" clId="{921AD569-4AA7-489E-8024-4FA704CCF53A}" dt="2024-06-03T15:17:07.330" v="19" actId="20577"/>
          <ac:spMkLst>
            <pc:docMk/>
            <pc:sldMk cId="1060329516" sldId="305"/>
            <ac:spMk id="3" creationId="{B444903B-1367-0B8F-67B8-C1C5EDE49ADC}"/>
          </ac:spMkLst>
        </pc:spChg>
      </pc:sldChg>
    </pc:docChg>
  </pc:docChgLst>
  <pc:docChgLst>
    <pc:chgData name="Bruno Oliveira" userId="S::brunogoliveira@ua.pt::e5f99647-13aa-46cb-aca2-a8274487e73a" providerId="AD" clId="Web-{984205BA-27EB-2E8D-E0BB-802CE432D851}"/>
    <pc:docChg chg="modSld">
      <pc:chgData name="Bruno Oliveira" userId="S::brunogoliveira@ua.pt::e5f99647-13aa-46cb-aca2-a8274487e73a" providerId="AD" clId="Web-{984205BA-27EB-2E8D-E0BB-802CE432D851}" dt="2024-05-18T17:18:16.741" v="21" actId="20577"/>
      <pc:docMkLst>
        <pc:docMk/>
      </pc:docMkLst>
      <pc:sldChg chg="addSp delSp modSp">
        <pc:chgData name="Bruno Oliveira" userId="S::brunogoliveira@ua.pt::e5f99647-13aa-46cb-aca2-a8274487e73a" providerId="AD" clId="Web-{984205BA-27EB-2E8D-E0BB-802CE432D851}" dt="2024-05-18T17:18:03.834" v="14" actId="20577"/>
        <pc:sldMkLst>
          <pc:docMk/>
          <pc:sldMk cId="0" sldId="276"/>
        </pc:sldMkLst>
        <pc:spChg chg="add del mod">
          <ac:chgData name="Bruno Oliveira" userId="S::brunogoliveira@ua.pt::e5f99647-13aa-46cb-aca2-a8274487e73a" providerId="AD" clId="Web-{984205BA-27EB-2E8D-E0BB-802CE432D851}" dt="2024-05-18T17:17:52.099" v="9" actId="20577"/>
          <ac:spMkLst>
            <pc:docMk/>
            <pc:sldMk cId="0" sldId="276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984205BA-27EB-2E8D-E0BB-802CE432D851}" dt="2024-05-18T17:18:03.834" v="14" actId="20577"/>
          <ac:spMkLst>
            <pc:docMk/>
            <pc:sldMk cId="0" sldId="276"/>
            <ac:spMk id="870" creationId="{00000000-0000-0000-0000-000000000000}"/>
          </ac:spMkLst>
        </pc:spChg>
      </pc:sldChg>
      <pc:sldChg chg="addSp delSp modSp">
        <pc:chgData name="Bruno Oliveira" userId="S::brunogoliveira@ua.pt::e5f99647-13aa-46cb-aca2-a8274487e73a" providerId="AD" clId="Web-{984205BA-27EB-2E8D-E0BB-802CE432D851}" dt="2024-05-18T17:18:09.443" v="17" actId="20577"/>
        <pc:sldMkLst>
          <pc:docMk/>
          <pc:sldMk cId="1164156451" sldId="290"/>
        </pc:sldMkLst>
        <pc:spChg chg="mod">
          <ac:chgData name="Bruno Oliveira" userId="S::brunogoliveira@ua.pt::e5f99647-13aa-46cb-aca2-a8274487e73a" providerId="AD" clId="Web-{984205BA-27EB-2E8D-E0BB-802CE432D851}" dt="2024-05-18T17:18:09.443" v="17" actId="20577"/>
          <ac:spMkLst>
            <pc:docMk/>
            <pc:sldMk cId="1164156451" sldId="290"/>
            <ac:spMk id="2" creationId="{B2BF249C-91D0-D3A4-7B59-1C90BE08FF7F}"/>
          </ac:spMkLst>
        </pc:spChg>
        <pc:spChg chg="add del mod">
          <ac:chgData name="Bruno Oliveira" userId="S::brunogoliveira@ua.pt::e5f99647-13aa-46cb-aca2-a8274487e73a" providerId="AD" clId="Web-{984205BA-27EB-2E8D-E0BB-802CE432D851}" dt="2024-05-18T17:18:06.677" v="15" actId="20577"/>
          <ac:spMkLst>
            <pc:docMk/>
            <pc:sldMk cId="1164156451" sldId="290"/>
            <ac:spMk id="870" creationId="{00000000-0000-0000-0000-000000000000}"/>
          </ac:spMkLst>
        </pc:spChg>
      </pc:sldChg>
      <pc:sldChg chg="modSp">
        <pc:chgData name="Bruno Oliveira" userId="S::brunogoliveira@ua.pt::e5f99647-13aa-46cb-aca2-a8274487e73a" providerId="AD" clId="Web-{984205BA-27EB-2E8D-E0BB-802CE432D851}" dt="2024-05-18T17:18:16.741" v="21" actId="20577"/>
        <pc:sldMkLst>
          <pc:docMk/>
          <pc:sldMk cId="223470611" sldId="291"/>
        </pc:sldMkLst>
        <pc:spChg chg="mod">
          <ac:chgData name="Bruno Oliveira" userId="S::brunogoliveira@ua.pt::e5f99647-13aa-46cb-aca2-a8274487e73a" providerId="AD" clId="Web-{984205BA-27EB-2E8D-E0BB-802CE432D851}" dt="2024-05-18T17:18:16.741" v="21" actId="20577"/>
          <ac:spMkLst>
            <pc:docMk/>
            <pc:sldMk cId="223470611" sldId="291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984205BA-27EB-2E8D-E0BB-802CE432D851}" dt="2024-05-18T17:18:15.585" v="19" actId="20577"/>
          <ac:spMkLst>
            <pc:docMk/>
            <pc:sldMk cId="223470611" sldId="291"/>
            <ac:spMk id="870" creationId="{00000000-0000-0000-0000-000000000000}"/>
          </ac:spMkLst>
        </pc:spChg>
      </pc:sldChg>
    </pc:docChg>
  </pc:docChgLst>
  <pc:docChgLst>
    <pc:chgData name="Utilizador Convidado" userId="S::urn:spo:anon#7fe97e763a81c805ecbdc3d227101cef9607a297d190ae8b53a75040c30c958e::" providerId="AD" clId="Web-{CF0750FF-7F74-DC86-99A8-FDF502B7E01E}"/>
    <pc:docChg chg="delSld">
      <pc:chgData name="Utilizador Convidado" userId="S::urn:spo:anon#7fe97e763a81c805ecbdc3d227101cef9607a297d190ae8b53a75040c30c958e::" providerId="AD" clId="Web-{CF0750FF-7F74-DC86-99A8-FDF502B7E01E}" dt="2024-05-20T13:56:46.242" v="0"/>
      <pc:docMkLst>
        <pc:docMk/>
      </pc:docMkLst>
      <pc:sldChg chg="del">
        <pc:chgData name="Utilizador Convidado" userId="S::urn:spo:anon#7fe97e763a81c805ecbdc3d227101cef9607a297d190ae8b53a75040c30c958e::" providerId="AD" clId="Web-{CF0750FF-7F74-DC86-99A8-FDF502B7E01E}" dt="2024-05-20T13:56:46.242" v="0"/>
        <pc:sldMkLst>
          <pc:docMk/>
          <pc:sldMk cId="3580164529" sldId="298"/>
        </pc:sldMkLst>
      </pc:sldChg>
    </pc:docChg>
  </pc:docChgLst>
  <pc:docChgLst>
    <pc:chgData name="Rúben Franco" userId="S::rrfranco@ua.pt::a0ed9411-83f7-41c5-8f13-313b6bcd7ecf" providerId="AD" clId="Web-{10E10C03-6A4F-BAD9-E986-11C405B4298D}"/>
    <pc:docChg chg="addSld delSld modSld sldOrd">
      <pc:chgData name="Rúben Franco" userId="S::rrfranco@ua.pt::a0ed9411-83f7-41c5-8f13-313b6bcd7ecf" providerId="AD" clId="Web-{10E10C03-6A4F-BAD9-E986-11C405B4298D}" dt="2024-06-03T14:38:11.883" v="587" actId="14100"/>
      <pc:docMkLst>
        <pc:docMk/>
      </pc:docMkLst>
      <pc:sldChg chg="modSp">
        <pc:chgData name="Rúben Franco" userId="S::rrfranco@ua.pt::a0ed9411-83f7-41c5-8f13-313b6bcd7ecf" providerId="AD" clId="Web-{10E10C03-6A4F-BAD9-E986-11C405B4298D}" dt="2024-06-03T13:32:35.291" v="156" actId="20577"/>
        <pc:sldMkLst>
          <pc:docMk/>
          <pc:sldMk cId="0" sldId="276"/>
        </pc:sldMkLst>
        <pc:spChg chg="mod">
          <ac:chgData name="Rúben Franco" userId="S::rrfranco@ua.pt::a0ed9411-83f7-41c5-8f13-313b6bcd7ecf" providerId="AD" clId="Web-{10E10C03-6A4F-BAD9-E986-11C405B4298D}" dt="2024-06-03T13:32:35.291" v="156" actId="20577"/>
          <ac:spMkLst>
            <pc:docMk/>
            <pc:sldMk cId="0" sldId="276"/>
            <ac:spMk id="2" creationId="{B2BF249C-91D0-D3A4-7B59-1C90BE08FF7F}"/>
          </ac:spMkLst>
        </pc:spChg>
      </pc:sldChg>
      <pc:sldChg chg="delSp del ord">
        <pc:chgData name="Rúben Franco" userId="S::rrfranco@ua.pt::a0ed9411-83f7-41c5-8f13-313b6bcd7ecf" providerId="AD" clId="Web-{10E10C03-6A4F-BAD9-E986-11C405B4298D}" dt="2024-06-03T14:35:03.611" v="555"/>
        <pc:sldMkLst>
          <pc:docMk/>
          <pc:sldMk cId="788852855" sldId="302"/>
        </pc:sldMkLst>
        <pc:picChg chg="del">
          <ac:chgData name="Rúben Franco" userId="S::rrfranco@ua.pt::a0ed9411-83f7-41c5-8f13-313b6bcd7ecf" providerId="AD" clId="Web-{10E10C03-6A4F-BAD9-E986-11C405B4298D}" dt="2024-06-03T14:34:43.595" v="545"/>
          <ac:picMkLst>
            <pc:docMk/>
            <pc:sldMk cId="788852855" sldId="302"/>
            <ac:picMk id="4" creationId="{E37E53C3-F062-A191-8292-45D4A85A6B74}"/>
          </ac:picMkLst>
        </pc:picChg>
        <pc:picChg chg="del">
          <ac:chgData name="Rúben Franco" userId="S::rrfranco@ua.pt::a0ed9411-83f7-41c5-8f13-313b6bcd7ecf" providerId="AD" clId="Web-{10E10C03-6A4F-BAD9-E986-11C405B4298D}" dt="2024-06-03T14:34:43.595" v="544"/>
          <ac:picMkLst>
            <pc:docMk/>
            <pc:sldMk cId="788852855" sldId="302"/>
            <ac:picMk id="5" creationId="{DD1B3844-22BA-DBF2-E862-31EBA81E595A}"/>
          </ac:picMkLst>
        </pc:picChg>
        <pc:picChg chg="del">
          <ac:chgData name="Rúben Franco" userId="S::rrfranco@ua.pt::a0ed9411-83f7-41c5-8f13-313b6bcd7ecf" providerId="AD" clId="Web-{10E10C03-6A4F-BAD9-E986-11C405B4298D}" dt="2024-06-03T14:34:43.595" v="543"/>
          <ac:picMkLst>
            <pc:docMk/>
            <pc:sldMk cId="788852855" sldId="302"/>
            <ac:picMk id="6" creationId="{4F15740D-8E61-AE56-E97F-160DAD3D7E49}"/>
          </ac:picMkLst>
        </pc:picChg>
        <pc:picChg chg="del">
          <ac:chgData name="Rúben Franco" userId="S::rrfranco@ua.pt::a0ed9411-83f7-41c5-8f13-313b6bcd7ecf" providerId="AD" clId="Web-{10E10C03-6A4F-BAD9-E986-11C405B4298D}" dt="2024-06-03T14:34:43.595" v="542"/>
          <ac:picMkLst>
            <pc:docMk/>
            <pc:sldMk cId="788852855" sldId="302"/>
            <ac:picMk id="7" creationId="{CA326738-8D23-A2CB-D9F6-10E6BCD51325}"/>
          </ac:picMkLst>
        </pc:picChg>
        <pc:picChg chg="del">
          <ac:chgData name="Rúben Franco" userId="S::rrfranco@ua.pt::a0ed9411-83f7-41c5-8f13-313b6bcd7ecf" providerId="AD" clId="Web-{10E10C03-6A4F-BAD9-E986-11C405B4298D}" dt="2024-06-03T14:34:43.595" v="541"/>
          <ac:picMkLst>
            <pc:docMk/>
            <pc:sldMk cId="788852855" sldId="302"/>
            <ac:picMk id="8" creationId="{A36499BD-9D0B-A886-E712-DE6A6B59EE7B}"/>
          </ac:picMkLst>
        </pc:picChg>
      </pc:sldChg>
      <pc:sldChg chg="del ord">
        <pc:chgData name="Rúben Franco" userId="S::rrfranco@ua.pt::a0ed9411-83f7-41c5-8f13-313b6bcd7ecf" providerId="AD" clId="Web-{10E10C03-6A4F-BAD9-E986-11C405B4298D}" dt="2024-06-03T14:35:06.424" v="556"/>
        <pc:sldMkLst>
          <pc:docMk/>
          <pc:sldMk cId="1644690430" sldId="303"/>
        </pc:sldMkLst>
      </pc:sldChg>
      <pc:sldChg chg="modSp ord">
        <pc:chgData name="Rúben Franco" userId="S::rrfranco@ua.pt::a0ed9411-83f7-41c5-8f13-313b6bcd7ecf" providerId="AD" clId="Web-{10E10C03-6A4F-BAD9-E986-11C405B4298D}" dt="2024-06-03T14:35:40.222" v="569" actId="20577"/>
        <pc:sldMkLst>
          <pc:docMk/>
          <pc:sldMk cId="3324689350" sldId="304"/>
        </pc:sldMkLst>
        <pc:spChg chg="mod">
          <ac:chgData name="Rúben Franco" userId="S::rrfranco@ua.pt::a0ed9411-83f7-41c5-8f13-313b6bcd7ecf" providerId="AD" clId="Web-{10E10C03-6A4F-BAD9-E986-11C405B4298D}" dt="2024-06-03T14:35:40.222" v="569" actId="20577"/>
          <ac:spMkLst>
            <pc:docMk/>
            <pc:sldMk cId="3324689350" sldId="304"/>
            <ac:spMk id="4" creationId="{A4FC47CC-0B7B-133F-2FA6-F812ACEAE2A2}"/>
          </ac:spMkLst>
        </pc:spChg>
      </pc:sldChg>
      <pc:sldChg chg="addSp modSp new">
        <pc:chgData name="Rúben Franco" userId="S::rrfranco@ua.pt::a0ed9411-83f7-41c5-8f13-313b6bcd7ecf" providerId="AD" clId="Web-{10E10C03-6A4F-BAD9-E986-11C405B4298D}" dt="2024-06-03T14:34:59.924" v="554" actId="1076"/>
        <pc:sldMkLst>
          <pc:docMk/>
          <pc:sldMk cId="1060329516" sldId="305"/>
        </pc:sldMkLst>
        <pc:spChg chg="mod">
          <ac:chgData name="Rúben Franco" userId="S::rrfranco@ua.pt::a0ed9411-83f7-41c5-8f13-313b6bcd7ecf" providerId="AD" clId="Web-{10E10C03-6A4F-BAD9-E986-11C405B4298D}" dt="2024-06-03T14:11:41.564" v="178" actId="20577"/>
          <ac:spMkLst>
            <pc:docMk/>
            <pc:sldMk cId="1060329516" sldId="305"/>
            <ac:spMk id="2" creationId="{99D429C5-88DB-6680-EAC0-26DBA22A1CB9}"/>
          </ac:spMkLst>
        </pc:spChg>
        <pc:spChg chg="mod">
          <ac:chgData name="Rúben Franco" userId="S::rrfranco@ua.pt::a0ed9411-83f7-41c5-8f13-313b6bcd7ecf" providerId="AD" clId="Web-{10E10C03-6A4F-BAD9-E986-11C405B4298D}" dt="2024-06-03T14:34:00.109" v="539" actId="20577"/>
          <ac:spMkLst>
            <pc:docMk/>
            <pc:sldMk cId="1060329516" sldId="305"/>
            <ac:spMk id="3" creationId="{B444903B-1367-0B8F-67B8-C1C5EDE49ADC}"/>
          </ac:spMkLst>
        </pc:spChg>
        <pc:picChg chg="add mod">
          <ac:chgData name="Rúben Franco" userId="S::rrfranco@ua.pt::a0ed9411-83f7-41c5-8f13-313b6bcd7ecf" providerId="AD" clId="Web-{10E10C03-6A4F-BAD9-E986-11C405B4298D}" dt="2024-06-03T14:34:50.658" v="547" actId="1076"/>
          <ac:picMkLst>
            <pc:docMk/>
            <pc:sldMk cId="1060329516" sldId="305"/>
            <ac:picMk id="4" creationId="{E37E53C3-F062-A191-8292-45D4A85A6B74}"/>
          </ac:picMkLst>
        </pc:picChg>
        <pc:picChg chg="add mod">
          <ac:chgData name="Rúben Franco" userId="S::rrfranco@ua.pt::a0ed9411-83f7-41c5-8f13-313b6bcd7ecf" providerId="AD" clId="Web-{10E10C03-6A4F-BAD9-E986-11C405B4298D}" dt="2024-06-03T14:34:59.924" v="554" actId="1076"/>
          <ac:picMkLst>
            <pc:docMk/>
            <pc:sldMk cId="1060329516" sldId="305"/>
            <ac:picMk id="5" creationId="{DD1B3844-22BA-DBF2-E862-31EBA81E595A}"/>
          </ac:picMkLst>
        </pc:picChg>
        <pc:picChg chg="add mod">
          <ac:chgData name="Rúben Franco" userId="S::rrfranco@ua.pt::a0ed9411-83f7-41c5-8f13-313b6bcd7ecf" providerId="AD" clId="Web-{10E10C03-6A4F-BAD9-E986-11C405B4298D}" dt="2024-06-03T14:34:58.314" v="553" actId="1076"/>
          <ac:picMkLst>
            <pc:docMk/>
            <pc:sldMk cId="1060329516" sldId="305"/>
            <ac:picMk id="6" creationId="{4F15740D-8E61-AE56-E97F-160DAD3D7E49}"/>
          </ac:picMkLst>
        </pc:picChg>
        <pc:picChg chg="add mod">
          <ac:chgData name="Rúben Franco" userId="S::rrfranco@ua.pt::a0ed9411-83f7-41c5-8f13-313b6bcd7ecf" providerId="AD" clId="Web-{10E10C03-6A4F-BAD9-E986-11C405B4298D}" dt="2024-06-03T14:34:54.283" v="551" actId="14100"/>
          <ac:picMkLst>
            <pc:docMk/>
            <pc:sldMk cId="1060329516" sldId="305"/>
            <ac:picMk id="7" creationId="{CA326738-8D23-A2CB-D9F6-10E6BCD51325}"/>
          </ac:picMkLst>
        </pc:picChg>
        <pc:picChg chg="add mod">
          <ac:chgData name="Rúben Franco" userId="S::rrfranco@ua.pt::a0ed9411-83f7-41c5-8f13-313b6bcd7ecf" providerId="AD" clId="Web-{10E10C03-6A4F-BAD9-E986-11C405B4298D}" dt="2024-06-03T14:34:56.283" v="552" actId="1076"/>
          <ac:picMkLst>
            <pc:docMk/>
            <pc:sldMk cId="1060329516" sldId="305"/>
            <ac:picMk id="8" creationId="{A36499BD-9D0B-A886-E712-DE6A6B59EE7B}"/>
          </ac:picMkLst>
        </pc:picChg>
      </pc:sldChg>
      <pc:sldChg chg="modSp new">
        <pc:chgData name="Rúben Franco" userId="S::rrfranco@ua.pt::a0ed9411-83f7-41c5-8f13-313b6bcd7ecf" providerId="AD" clId="Web-{10E10C03-6A4F-BAD9-E986-11C405B4298D}" dt="2024-06-03T14:38:11.883" v="587" actId="14100"/>
        <pc:sldMkLst>
          <pc:docMk/>
          <pc:sldMk cId="3308987137" sldId="306"/>
        </pc:sldMkLst>
        <pc:spChg chg="mod">
          <ac:chgData name="Rúben Franco" userId="S::rrfranco@ua.pt::a0ed9411-83f7-41c5-8f13-313b6bcd7ecf" providerId="AD" clId="Web-{10E10C03-6A4F-BAD9-E986-11C405B4298D}" dt="2024-06-03T14:38:07.992" v="586" actId="20577"/>
          <ac:spMkLst>
            <pc:docMk/>
            <pc:sldMk cId="3308987137" sldId="306"/>
            <ac:spMk id="2" creationId="{3202E5C6-9ED2-27D4-DD92-EBEA0DF8FCB4}"/>
          </ac:spMkLst>
        </pc:spChg>
        <pc:spChg chg="mod">
          <ac:chgData name="Rúben Franco" userId="S::rrfranco@ua.pt::a0ed9411-83f7-41c5-8f13-313b6bcd7ecf" providerId="AD" clId="Web-{10E10C03-6A4F-BAD9-E986-11C405B4298D}" dt="2024-06-03T14:38:11.883" v="587" actId="14100"/>
          <ac:spMkLst>
            <pc:docMk/>
            <pc:sldMk cId="3308987137" sldId="306"/>
            <ac:spMk id="3" creationId="{3584362E-FA8D-D497-73D4-127BCB3D606F}"/>
          </ac:spMkLst>
        </pc:spChg>
      </pc:sldChg>
    </pc:docChg>
  </pc:docChgLst>
  <pc:docChgLst>
    <pc:chgData name="Utilizador Convidado" userId="S::urn:spo:anon#7fe97e763a81c805ecbdc3d227101cef9607a297d190ae8b53a75040c30c958e::" providerId="AD" clId="Web-{0D2A65BE-0B94-2376-E9F9-C8F37F5B1AC5}"/>
    <pc:docChg chg="modSld">
      <pc:chgData name="Utilizador Convidado" userId="S::urn:spo:anon#7fe97e763a81c805ecbdc3d227101cef9607a297d190ae8b53a75040c30c958e::" providerId="AD" clId="Web-{0D2A65BE-0B94-2376-E9F9-C8F37F5B1AC5}" dt="2024-05-20T15:57:10.312" v="8" actId="20577"/>
      <pc:docMkLst>
        <pc:docMk/>
      </pc:docMkLst>
      <pc:sldChg chg="modSp">
        <pc:chgData name="Utilizador Convidado" userId="S::urn:spo:anon#7fe97e763a81c805ecbdc3d227101cef9607a297d190ae8b53a75040c30c958e::" providerId="AD" clId="Web-{0D2A65BE-0B94-2376-E9F9-C8F37F5B1AC5}" dt="2024-05-20T15:51:15.814" v="7" actId="20577"/>
        <pc:sldMkLst>
          <pc:docMk/>
          <pc:sldMk cId="1061612147" sldId="299"/>
        </pc:sldMkLst>
        <pc:spChg chg="mod">
          <ac:chgData name="Utilizador Convidado" userId="S::urn:spo:anon#7fe97e763a81c805ecbdc3d227101cef9607a297d190ae8b53a75040c30c958e::" providerId="AD" clId="Web-{0D2A65BE-0B94-2376-E9F9-C8F37F5B1AC5}" dt="2024-05-20T15:51:15.814" v="7" actId="20577"/>
          <ac:spMkLst>
            <pc:docMk/>
            <pc:sldMk cId="1061612147" sldId="299"/>
            <ac:spMk id="3" creationId="{EE414B5B-E115-A031-3C59-7EE6D84B7F86}"/>
          </ac:spMkLst>
        </pc:spChg>
      </pc:sldChg>
      <pc:sldChg chg="modSp">
        <pc:chgData name="Utilizador Convidado" userId="S::urn:spo:anon#7fe97e763a81c805ecbdc3d227101cef9607a297d190ae8b53a75040c30c958e::" providerId="AD" clId="Web-{0D2A65BE-0B94-2376-E9F9-C8F37F5B1AC5}" dt="2024-05-20T15:57:10.312" v="8" actId="20577"/>
        <pc:sldMkLst>
          <pc:docMk/>
          <pc:sldMk cId="1644690430" sldId="303"/>
        </pc:sldMkLst>
        <pc:spChg chg="mod">
          <ac:chgData name="Utilizador Convidado" userId="S::urn:spo:anon#7fe97e763a81c805ecbdc3d227101cef9607a297d190ae8b53a75040c30c958e::" providerId="AD" clId="Web-{0D2A65BE-0B94-2376-E9F9-C8F37F5B1AC5}" dt="2024-05-20T15:57:10.312" v="8" actId="20577"/>
          <ac:spMkLst>
            <pc:docMk/>
            <pc:sldMk cId="1644690430" sldId="303"/>
            <ac:spMk id="2" creationId="{03BEECCF-F967-FE29-13CF-7421720D1179}"/>
          </ac:spMkLst>
        </pc:spChg>
        <pc:spChg chg="mod">
          <ac:chgData name="Utilizador Convidado" userId="S::urn:spo:anon#7fe97e763a81c805ecbdc3d227101cef9607a297d190ae8b53a75040c30c958e::" providerId="AD" clId="Web-{0D2A65BE-0B94-2376-E9F9-C8F37F5B1AC5}" dt="2024-05-20T15:50:35.156" v="4" actId="20577"/>
          <ac:spMkLst>
            <pc:docMk/>
            <pc:sldMk cId="1644690430" sldId="303"/>
            <ac:spMk id="3" creationId="{53C88E83-FB31-9C41-04F7-18B5899BB1DC}"/>
          </ac:spMkLst>
        </pc:spChg>
      </pc:sldChg>
    </pc:docChg>
  </pc:docChgLst>
  <pc:docChgLst>
    <pc:chgData name="Guest User" userId="S::urn:spo:anon#7fe97e763a81c805ecbdc3d227101cef9607a297d190ae8b53a75040c30c958e::" providerId="AD" clId="Web-{2EE00127-52D0-7B9D-24B0-8604C1FB8524}"/>
    <pc:docChg chg="modSld">
      <pc:chgData name="Guest User" userId="S::urn:spo:anon#7fe97e763a81c805ecbdc3d227101cef9607a297d190ae8b53a75040c30c958e::" providerId="AD" clId="Web-{2EE00127-52D0-7B9D-24B0-8604C1FB8524}" dt="2024-05-06T12:25:21.891" v="2" actId="20577"/>
      <pc:docMkLst>
        <pc:docMk/>
      </pc:docMkLst>
      <pc:sldChg chg="modSp">
        <pc:chgData name="Guest User" userId="S::urn:spo:anon#7fe97e763a81c805ecbdc3d227101cef9607a297d190ae8b53a75040c30c958e::" providerId="AD" clId="Web-{2EE00127-52D0-7B9D-24B0-8604C1FB8524}" dt="2024-05-06T12:25:21.891" v="2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2EE00127-52D0-7B9D-24B0-8604C1FB8524}" dt="2024-05-06T12:25:21.891" v="2" actId="20577"/>
          <ac:spMkLst>
            <pc:docMk/>
            <pc:sldMk cId="1164156451" sldId="290"/>
            <ac:spMk id="2" creationId="{B2BF249C-91D0-D3A4-7B59-1C90BE08FF7F}"/>
          </ac:spMkLst>
        </pc:spChg>
      </pc:sldChg>
    </pc:docChg>
  </pc:docChgLst>
  <pc:docChgLst>
    <pc:chgData name="Bruno Oliveira" userId="S::brunogoliveira@ua.pt::e5f99647-13aa-46cb-aca2-a8274487e73a" providerId="AD" clId="Web-{1E285836-0094-0459-F998-3126CFDC1FA9}"/>
    <pc:docChg chg="addSld delSld modSld">
      <pc:chgData name="Bruno Oliveira" userId="S::brunogoliveira@ua.pt::e5f99647-13aa-46cb-aca2-a8274487e73a" providerId="AD" clId="Web-{1E285836-0094-0459-F998-3126CFDC1FA9}" dt="2024-05-05T15:29:45.908" v="255"/>
      <pc:docMkLst>
        <pc:docMk/>
      </pc:docMkLst>
      <pc:sldChg chg="modSp">
        <pc:chgData name="Bruno Oliveira" userId="S::brunogoliveira@ua.pt::e5f99647-13aa-46cb-aca2-a8274487e73a" providerId="AD" clId="Web-{1E285836-0094-0459-F998-3126CFDC1FA9}" dt="2024-05-05T10:16:09.038" v="39" actId="20577"/>
        <pc:sldMkLst>
          <pc:docMk/>
          <pc:sldMk cId="0" sldId="256"/>
        </pc:sldMkLst>
        <pc:spChg chg="mod">
          <ac:chgData name="Bruno Oliveira" userId="S::brunogoliveira@ua.pt::e5f99647-13aa-46cb-aca2-a8274487e73a" providerId="AD" clId="Web-{1E285836-0094-0459-F998-3126CFDC1FA9}" dt="2024-05-05T10:10:12.744" v="1" actId="20577"/>
          <ac:spMkLst>
            <pc:docMk/>
            <pc:sldMk cId="0" sldId="256"/>
            <ac:spMk id="61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0:16:09.038" v="39" actId="20577"/>
          <ac:spMkLst>
            <pc:docMk/>
            <pc:sldMk cId="0" sldId="256"/>
            <ac:spMk id="62" creationId="{00000000-0000-0000-0000-000000000000}"/>
          </ac:spMkLst>
        </pc:spChg>
      </pc:sldChg>
      <pc:sldChg chg="del">
        <pc:chgData name="Bruno Oliveira" userId="S::brunogoliveira@ua.pt::e5f99647-13aa-46cb-aca2-a8274487e73a" providerId="AD" clId="Web-{1E285836-0094-0459-F998-3126CFDC1FA9}" dt="2024-05-05T15:29:05.844" v="248"/>
        <pc:sldMkLst>
          <pc:docMk/>
          <pc:sldMk cId="0" sldId="258"/>
        </pc:sldMkLst>
      </pc:sldChg>
      <pc:sldChg chg="del">
        <pc:chgData name="Bruno Oliveira" userId="S::brunogoliveira@ua.pt::e5f99647-13aa-46cb-aca2-a8274487e73a" providerId="AD" clId="Web-{1E285836-0094-0459-F998-3126CFDC1FA9}" dt="2024-05-05T15:29:13.923" v="251"/>
        <pc:sldMkLst>
          <pc:docMk/>
          <pc:sldMk cId="0" sldId="263"/>
        </pc:sldMkLst>
      </pc:sldChg>
      <pc:sldChg chg="del">
        <pc:chgData name="Bruno Oliveira" userId="S::brunogoliveira@ua.pt::e5f99647-13aa-46cb-aca2-a8274487e73a" providerId="AD" clId="Web-{1E285836-0094-0459-F998-3126CFDC1FA9}" dt="2024-05-05T15:29:18.251" v="253"/>
        <pc:sldMkLst>
          <pc:docMk/>
          <pc:sldMk cId="0" sldId="266"/>
        </pc:sldMkLst>
      </pc:sldChg>
      <pc:sldChg chg="del">
        <pc:chgData name="Bruno Oliveira" userId="S::brunogoliveira@ua.pt::e5f99647-13aa-46cb-aca2-a8274487e73a" providerId="AD" clId="Web-{1E285836-0094-0459-F998-3126CFDC1FA9}" dt="2024-05-05T15:29:45.908" v="255"/>
        <pc:sldMkLst>
          <pc:docMk/>
          <pc:sldMk cId="0" sldId="268"/>
        </pc:sldMkLst>
      </pc:sldChg>
      <pc:sldChg chg="addSp delSp modSp delAnim">
        <pc:chgData name="Bruno Oliveira" userId="S::brunogoliveira@ua.pt::e5f99647-13aa-46cb-aca2-a8274487e73a" providerId="AD" clId="Web-{1E285836-0094-0459-F998-3126CFDC1FA9}" dt="2024-05-05T15:28:53.469" v="247" actId="14100"/>
        <pc:sldMkLst>
          <pc:docMk/>
          <pc:sldMk cId="0" sldId="271"/>
        </pc:sldMkLst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1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2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3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4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38.618" v="219"/>
          <ac:spMkLst>
            <pc:docMk/>
            <pc:sldMk cId="0" sldId="271"/>
            <ac:spMk id="665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6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7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8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22.594" v="166" actId="20577"/>
          <ac:spMkLst>
            <pc:docMk/>
            <pc:sldMk cId="0" sldId="271"/>
            <ac:spMk id="675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17" v="164" actId="20577"/>
          <ac:spMkLst>
            <pc:docMk/>
            <pc:sldMk cId="0" sldId="271"/>
            <ac:spMk id="676" creationId="{00000000-0000-0000-0000-000000000000}"/>
          </ac:spMkLst>
        </pc:spChg>
        <pc:spChg chg="add del">
          <ac:chgData name="Bruno Oliveira" userId="S::brunogoliveira@ua.pt::e5f99647-13aa-46cb-aca2-a8274487e73a" providerId="AD" clId="Web-{1E285836-0094-0459-F998-3126CFDC1FA9}" dt="2024-05-05T15:14:00.326" v="109"/>
          <ac:spMkLst>
            <pc:docMk/>
            <pc:sldMk cId="0" sldId="271"/>
            <ac:spMk id="690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24.360" v="167" actId="20577"/>
          <ac:spMkLst>
            <pc:docMk/>
            <pc:sldMk cId="0" sldId="271"/>
            <ac:spMk id="693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10.453" v="152" actId="20577"/>
          <ac:spMkLst>
            <pc:docMk/>
            <pc:sldMk cId="0" sldId="271"/>
            <ac:spMk id="694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16:32.412" v="129" actId="20577"/>
          <ac:spMkLst>
            <pc:docMk/>
            <pc:sldMk cId="0" sldId="271"/>
            <ac:spMk id="696" creationId="{00000000-0000-0000-0000-000000000000}"/>
          </ac:spMkLst>
        </pc:spChg>
        <pc:grpChg chg="mod">
          <ac:chgData name="Bruno Oliveira" userId="S::brunogoliveira@ua.pt::e5f99647-13aa-46cb-aca2-a8274487e73a" providerId="AD" clId="Web-{1E285836-0094-0459-F998-3126CFDC1FA9}" dt="2024-05-05T15:23:56.023" v="204" actId="1076"/>
          <ac:grpSpMkLst>
            <pc:docMk/>
            <pc:sldMk cId="0" sldId="271"/>
            <ac:grpSpMk id="660" creationId="{00000000-0000-0000-0000-000000000000}"/>
          </ac:grpSpMkLst>
        </pc:grpChg>
        <pc:picChg chg="add del mod">
          <ac:chgData name="Bruno Oliveira" userId="S::brunogoliveira@ua.pt::e5f99647-13aa-46cb-aca2-a8274487e73a" providerId="AD" clId="Web-{1E285836-0094-0459-F998-3126CFDC1FA9}" dt="2024-05-05T15:12:58.355" v="101"/>
          <ac:picMkLst>
            <pc:docMk/>
            <pc:sldMk cId="0" sldId="271"/>
            <ac:picMk id="2" creationId="{56586A97-B849-7552-CBD1-B7A5212BD7EC}"/>
          </ac:picMkLst>
        </pc:picChg>
        <pc:picChg chg="add del mod ord modCrop">
          <ac:chgData name="Bruno Oliveira" userId="S::brunogoliveira@ua.pt::e5f99647-13aa-46cb-aca2-a8274487e73a" providerId="AD" clId="Web-{1E285836-0094-0459-F998-3126CFDC1FA9}" dt="2024-05-05T15:25:27.775" v="220"/>
          <ac:picMkLst>
            <pc:docMk/>
            <pc:sldMk cId="0" sldId="271"/>
            <ac:picMk id="3" creationId="{CDDA1703-E365-7A35-A824-0BDB68EAEAA6}"/>
          </ac:picMkLst>
        </pc:picChg>
        <pc:picChg chg="add mod">
          <ac:chgData name="Bruno Oliveira" userId="S::brunogoliveira@ua.pt::e5f99647-13aa-46cb-aca2-a8274487e73a" providerId="AD" clId="Web-{1E285836-0094-0459-F998-3126CFDC1FA9}" dt="2024-05-05T15:17:42.011" v="136" actId="1076"/>
          <ac:picMkLst>
            <pc:docMk/>
            <pc:sldMk cId="0" sldId="271"/>
            <ac:picMk id="4" creationId="{218098C5-3467-EC3F-3737-A4E6F6085FE3}"/>
          </ac:picMkLst>
        </pc:picChg>
        <pc:picChg chg="add mod">
          <ac:chgData name="Bruno Oliveira" userId="S::brunogoliveira@ua.pt::e5f99647-13aa-46cb-aca2-a8274487e73a" providerId="AD" clId="Web-{1E285836-0094-0459-F998-3126CFDC1FA9}" dt="2024-05-05T15:19:59.297" v="147" actId="1076"/>
          <ac:picMkLst>
            <pc:docMk/>
            <pc:sldMk cId="0" sldId="271"/>
            <ac:picMk id="5" creationId="{2464D711-E7A9-59F0-B5FC-9765CC87DE78}"/>
          </ac:picMkLst>
        </pc:picChg>
        <pc:picChg chg="add mod ord modCrop">
          <ac:chgData name="Bruno Oliveira" userId="S::brunogoliveira@ua.pt::e5f99647-13aa-46cb-aca2-a8274487e73a" providerId="AD" clId="Web-{1E285836-0094-0459-F998-3126CFDC1FA9}" dt="2024-05-05T15:28:53.469" v="247" actId="14100"/>
          <ac:picMkLst>
            <pc:docMk/>
            <pc:sldMk cId="0" sldId="271"/>
            <ac:picMk id="6" creationId="{4B260B63-DE98-C64D-A928-5A2C011B72B7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5.214" v="96"/>
          <ac:picMkLst>
            <pc:docMk/>
            <pc:sldMk cId="0" sldId="271"/>
            <ac:picMk id="3074" creationId="{64D6B666-B207-6A2A-644D-1822D4C17FEF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7.026" v="97"/>
          <ac:picMkLst>
            <pc:docMk/>
            <pc:sldMk cId="0" sldId="271"/>
            <ac:picMk id="3076" creationId="{B043AFDE-4CA3-ACCC-7D9C-63FF4ED4ECEF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7.682" v="98"/>
          <ac:picMkLst>
            <pc:docMk/>
            <pc:sldMk cId="0" sldId="271"/>
            <ac:picMk id="3078" creationId="{D53DE7CA-26ED-C884-C77A-E9A9B0CDC949}"/>
          </ac:picMkLst>
        </pc:picChg>
      </pc:sldChg>
      <pc:sldChg chg="del">
        <pc:chgData name="Bruno Oliveira" userId="S::brunogoliveira@ua.pt::e5f99647-13aa-46cb-aca2-a8274487e73a" providerId="AD" clId="Web-{1E285836-0094-0459-F998-3126CFDC1FA9}" dt="2024-05-05T15:29:12.579" v="250"/>
        <pc:sldMkLst>
          <pc:docMk/>
          <pc:sldMk cId="0" sldId="272"/>
        </pc:sldMkLst>
      </pc:sldChg>
      <pc:sldChg chg="modSp">
        <pc:chgData name="Bruno Oliveira" userId="S::brunogoliveira@ua.pt::e5f99647-13aa-46cb-aca2-a8274487e73a" providerId="AD" clId="Web-{1E285836-0094-0459-F998-3126CFDC1FA9}" dt="2024-05-05T15:01:49.580" v="69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1E285836-0094-0459-F998-3126CFDC1FA9}" dt="2024-05-05T14:54:34.642" v="68" actId="20577"/>
          <ac:spMkLst>
            <pc:docMk/>
            <pc:sldMk cId="0" sldId="276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1E285836-0094-0459-F998-3126CFDC1FA9}" dt="2024-05-05T15:01:49.580" v="69" actId="20577"/>
          <ac:spMkLst>
            <pc:docMk/>
            <pc:sldMk cId="0" sldId="276"/>
            <ac:spMk id="870" creationId="{00000000-0000-0000-0000-000000000000}"/>
          </ac:spMkLst>
        </pc:spChg>
      </pc:sldChg>
      <pc:sldChg chg="del">
        <pc:chgData name="Bruno Oliveira" userId="S::brunogoliveira@ua.pt::e5f99647-13aa-46cb-aca2-a8274487e73a" providerId="AD" clId="Web-{1E285836-0094-0459-F998-3126CFDC1FA9}" dt="2024-05-05T15:29:16.142" v="252"/>
        <pc:sldMkLst>
          <pc:docMk/>
          <pc:sldMk cId="0" sldId="281"/>
        </pc:sldMkLst>
      </pc:sldChg>
      <pc:sldChg chg="del">
        <pc:chgData name="Bruno Oliveira" userId="S::brunogoliveira@ua.pt::e5f99647-13aa-46cb-aca2-a8274487e73a" providerId="AD" clId="Web-{1E285836-0094-0459-F998-3126CFDC1FA9}" dt="2024-05-05T15:29:09.782" v="249"/>
        <pc:sldMkLst>
          <pc:docMk/>
          <pc:sldMk cId="0" sldId="282"/>
        </pc:sldMkLst>
      </pc:sldChg>
      <pc:sldChg chg="del">
        <pc:chgData name="Bruno Oliveira" userId="S::brunogoliveira@ua.pt::e5f99647-13aa-46cb-aca2-a8274487e73a" providerId="AD" clId="Web-{1E285836-0094-0459-F998-3126CFDC1FA9}" dt="2024-05-05T15:29:33.361" v="254"/>
        <pc:sldMkLst>
          <pc:docMk/>
          <pc:sldMk cId="0" sldId="284"/>
        </pc:sldMkLst>
      </pc:sldChg>
      <pc:sldChg chg="addSp delSp modSp add replId">
        <pc:chgData name="Bruno Oliveira" userId="S::brunogoliveira@ua.pt::e5f99647-13aa-46cb-aca2-a8274487e73a" providerId="AD" clId="Web-{1E285836-0094-0459-F998-3126CFDC1FA9}" dt="2024-05-05T15:03:02.301" v="91" actId="20577"/>
        <pc:sldMkLst>
          <pc:docMk/>
          <pc:sldMk cId="1164156451" sldId="290"/>
        </pc:sldMkLst>
        <pc:spChg chg="add del mod">
          <ac:chgData name="Bruno Oliveira" userId="S::brunogoliveira@ua.pt::e5f99647-13aa-46cb-aca2-a8274487e73a" providerId="AD" clId="Web-{1E285836-0094-0459-F998-3126CFDC1FA9}" dt="2024-05-05T15:03:02.301" v="91" actId="20577"/>
          <ac:spMkLst>
            <pc:docMk/>
            <pc:sldMk cId="1164156451" sldId="290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1E285836-0094-0459-F998-3126CFDC1FA9}" dt="2024-05-05T15:02:47.425" v="78" actId="20577"/>
          <ac:spMkLst>
            <pc:docMk/>
            <pc:sldMk cId="1164156451" sldId="290"/>
            <ac:spMk id="870" creationId="{00000000-0000-0000-0000-000000000000}"/>
          </ac:spMkLst>
        </pc:spChg>
        <pc:picChg chg="add del">
          <ac:chgData name="Bruno Oliveira" userId="S::brunogoliveira@ua.pt::e5f99647-13aa-46cb-aca2-a8274487e73a" providerId="AD" clId="Web-{1E285836-0094-0459-F998-3126CFDC1FA9}" dt="2024-05-05T15:02:59.535" v="89"/>
          <ac:picMkLst>
            <pc:docMk/>
            <pc:sldMk cId="1164156451" sldId="290"/>
            <ac:picMk id="5" creationId="{8C5B103D-E141-35BE-A648-ABB4FB46A594}"/>
          </ac:picMkLst>
        </pc:picChg>
      </pc:sldChg>
      <pc:sldChg chg="modSp add replId">
        <pc:chgData name="Bruno Oliveira" userId="S::brunogoliveira@ua.pt::e5f99647-13aa-46cb-aca2-a8274487e73a" providerId="AD" clId="Web-{1E285836-0094-0459-F998-3126CFDC1FA9}" dt="2024-05-05T15:11:50.384" v="95" actId="20577"/>
        <pc:sldMkLst>
          <pc:docMk/>
          <pc:sldMk cId="223470611" sldId="291"/>
        </pc:sldMkLst>
        <pc:spChg chg="mod">
          <ac:chgData name="Bruno Oliveira" userId="S::brunogoliveira@ua.pt::e5f99647-13aa-46cb-aca2-a8274487e73a" providerId="AD" clId="Web-{1E285836-0094-0459-F998-3126CFDC1FA9}" dt="2024-05-05T15:11:50.384" v="95" actId="20577"/>
          <ac:spMkLst>
            <pc:docMk/>
            <pc:sldMk cId="223470611" sldId="291"/>
            <ac:spMk id="870" creationId="{00000000-0000-0000-0000-000000000000}"/>
          </ac:spMkLst>
        </pc:spChg>
      </pc:sldChg>
    </pc:docChg>
  </pc:docChgLst>
  <pc:docChgLst>
    <pc:chgData name="António Costa" userId="f59dee56-c985-4c2e-97b4-ffdb0b1ffcd0" providerId="ADAL" clId="{55DA60E1-15D0-4914-9995-32D460E00120}"/>
    <pc:docChg chg="undo custSel addSld delSld modSld sldOrd">
      <pc:chgData name="António Costa" userId="f59dee56-c985-4c2e-97b4-ffdb0b1ffcd0" providerId="ADAL" clId="{55DA60E1-15D0-4914-9995-32D460E00120}" dt="2024-05-20T15:26:05.019" v="772" actId="20577"/>
      <pc:docMkLst>
        <pc:docMk/>
      </pc:docMkLst>
      <pc:sldChg chg="modSp mod">
        <pc:chgData name="António Costa" userId="f59dee56-c985-4c2e-97b4-ffdb0b1ffcd0" providerId="ADAL" clId="{55DA60E1-15D0-4914-9995-32D460E00120}" dt="2024-05-19T19:15:08.999" v="447" actId="20577"/>
        <pc:sldMkLst>
          <pc:docMk/>
          <pc:sldMk cId="0" sldId="271"/>
        </pc:sldMkLst>
        <pc:spChg chg="mod">
          <ac:chgData name="António Costa" userId="f59dee56-c985-4c2e-97b4-ffdb0b1ffcd0" providerId="ADAL" clId="{55DA60E1-15D0-4914-9995-32D460E00120}" dt="2024-05-19T19:15:08.999" v="447" actId="20577"/>
          <ac:spMkLst>
            <pc:docMk/>
            <pc:sldMk cId="0" sldId="271"/>
            <ac:spMk id="696" creationId="{00000000-0000-0000-0000-000000000000}"/>
          </ac:spMkLst>
        </pc:spChg>
      </pc:sldChg>
      <pc:sldChg chg="addSp delSp modSp mod">
        <pc:chgData name="António Costa" userId="f59dee56-c985-4c2e-97b4-ffdb0b1ffcd0" providerId="ADAL" clId="{55DA60E1-15D0-4914-9995-32D460E00120}" dt="2024-05-19T18:40:56.836" v="44" actId="20577"/>
        <pc:sldMkLst>
          <pc:docMk/>
          <pc:sldMk cId="0" sldId="276"/>
        </pc:sldMkLst>
        <pc:spChg chg="mod">
          <ac:chgData name="António Costa" userId="f59dee56-c985-4c2e-97b4-ffdb0b1ffcd0" providerId="ADAL" clId="{55DA60E1-15D0-4914-9995-32D460E00120}" dt="2024-05-19T18:40:56.836" v="44" actId="20577"/>
          <ac:spMkLst>
            <pc:docMk/>
            <pc:sldMk cId="0" sldId="276"/>
            <ac:spMk id="2" creationId="{B2BF249C-91D0-D3A4-7B59-1C90BE08FF7F}"/>
          </ac:spMkLst>
        </pc:spChg>
        <pc:spChg chg="mod">
          <ac:chgData name="António Costa" userId="f59dee56-c985-4c2e-97b4-ffdb0b1ffcd0" providerId="ADAL" clId="{55DA60E1-15D0-4914-9995-32D460E00120}" dt="2024-05-19T18:36:42.238" v="38" actId="20577"/>
          <ac:spMkLst>
            <pc:docMk/>
            <pc:sldMk cId="0" sldId="276"/>
            <ac:spMk id="870" creationId="{00000000-0000-0000-0000-000000000000}"/>
          </ac:spMkLst>
        </pc:spChg>
        <pc:picChg chg="add del">
          <ac:chgData name="António Costa" userId="f59dee56-c985-4c2e-97b4-ffdb0b1ffcd0" providerId="ADAL" clId="{55DA60E1-15D0-4914-9995-32D460E00120}" dt="2024-05-19T18:40:44.001" v="42" actId="22"/>
          <ac:picMkLst>
            <pc:docMk/>
            <pc:sldMk cId="0" sldId="276"/>
            <ac:picMk id="4" creationId="{BC4D2ABA-1034-D94A-5646-4BA49CCA5628}"/>
          </ac:picMkLst>
        </pc:picChg>
      </pc:sldChg>
      <pc:sldChg chg="addSp delSp modSp mod">
        <pc:chgData name="António Costa" userId="f59dee56-c985-4c2e-97b4-ffdb0b1ffcd0" providerId="ADAL" clId="{55DA60E1-15D0-4914-9995-32D460E00120}" dt="2024-05-19T19:32:53.912" v="593" actId="1076"/>
        <pc:sldMkLst>
          <pc:docMk/>
          <pc:sldMk cId="1164156451" sldId="290"/>
        </pc:sldMkLst>
        <pc:spChg chg="mod">
          <ac:chgData name="António Costa" userId="f59dee56-c985-4c2e-97b4-ffdb0b1ffcd0" providerId="ADAL" clId="{55DA60E1-15D0-4914-9995-32D460E00120}" dt="2024-05-19T19:09:49.654" v="337" actId="5793"/>
          <ac:spMkLst>
            <pc:docMk/>
            <pc:sldMk cId="1164156451" sldId="290"/>
            <ac:spMk id="2" creationId="{B2BF249C-91D0-D3A4-7B59-1C90BE08FF7F}"/>
          </ac:spMkLst>
        </pc:spChg>
        <pc:spChg chg="add mod">
          <ac:chgData name="António Costa" userId="f59dee56-c985-4c2e-97b4-ffdb0b1ffcd0" providerId="ADAL" clId="{55DA60E1-15D0-4914-9995-32D460E00120}" dt="2024-05-19T19:10:06.813" v="339" actId="1076"/>
          <ac:spMkLst>
            <pc:docMk/>
            <pc:sldMk cId="1164156451" sldId="290"/>
            <ac:spMk id="6" creationId="{05EEEAE0-8820-C43C-0AE8-4F50E8422F94}"/>
          </ac:spMkLst>
        </pc:spChg>
        <pc:spChg chg="add del">
          <ac:chgData name="António Costa" userId="f59dee56-c985-4c2e-97b4-ffdb0b1ffcd0" providerId="ADAL" clId="{55DA60E1-15D0-4914-9995-32D460E00120}" dt="2024-05-19T18:59:48.489" v="209" actId="22"/>
          <ac:spMkLst>
            <pc:docMk/>
            <pc:sldMk cId="1164156451" sldId="290"/>
            <ac:spMk id="8" creationId="{3867660B-1FE4-3145-371E-801CB80E4C5A}"/>
          </ac:spMkLst>
        </pc:spChg>
        <pc:spChg chg="add mod">
          <ac:chgData name="António Costa" userId="f59dee56-c985-4c2e-97b4-ffdb0b1ffcd0" providerId="ADAL" clId="{55DA60E1-15D0-4914-9995-32D460E00120}" dt="2024-05-19T19:09:30.979" v="333" actId="1076"/>
          <ac:spMkLst>
            <pc:docMk/>
            <pc:sldMk cId="1164156451" sldId="290"/>
            <ac:spMk id="9" creationId="{D84CCFB1-A546-2466-314E-4A74CDC97D7D}"/>
          </ac:spMkLst>
        </pc:spChg>
        <pc:spChg chg="add mod">
          <ac:chgData name="António Costa" userId="f59dee56-c985-4c2e-97b4-ffdb0b1ffcd0" providerId="ADAL" clId="{55DA60E1-15D0-4914-9995-32D460E00120}" dt="2024-05-19T19:32:53.912" v="593" actId="1076"/>
          <ac:spMkLst>
            <pc:docMk/>
            <pc:sldMk cId="1164156451" sldId="290"/>
            <ac:spMk id="14" creationId="{CE27337C-2BDF-5D3B-90B2-5F2AB854FD42}"/>
          </ac:spMkLst>
        </pc:spChg>
        <pc:spChg chg="add del mod">
          <ac:chgData name="António Costa" userId="f59dee56-c985-4c2e-97b4-ffdb0b1ffcd0" providerId="ADAL" clId="{55DA60E1-15D0-4914-9995-32D460E00120}" dt="2024-05-19T19:08:23.993" v="313"/>
          <ac:spMkLst>
            <pc:docMk/>
            <pc:sldMk cId="1164156451" sldId="290"/>
            <ac:spMk id="15" creationId="{12FBB0F9-E500-FC69-5106-271BEA693668}"/>
          </ac:spMkLst>
        </pc:spChg>
        <pc:spChg chg="add mod">
          <ac:chgData name="António Costa" userId="f59dee56-c985-4c2e-97b4-ffdb0b1ffcd0" providerId="ADAL" clId="{55DA60E1-15D0-4914-9995-32D460E00120}" dt="2024-05-19T19:09:33.995" v="334" actId="1076"/>
          <ac:spMkLst>
            <pc:docMk/>
            <pc:sldMk cId="1164156451" sldId="290"/>
            <ac:spMk id="16" creationId="{1A6CB4AD-C607-0F23-5DD8-D272FB5CC064}"/>
          </ac:spMkLst>
        </pc:spChg>
        <pc:spChg chg="add mod">
          <ac:chgData name="António Costa" userId="f59dee56-c985-4c2e-97b4-ffdb0b1ffcd0" providerId="ADAL" clId="{55DA60E1-15D0-4914-9995-32D460E00120}" dt="2024-05-19T19:08:34.163" v="316"/>
          <ac:spMkLst>
            <pc:docMk/>
            <pc:sldMk cId="1164156451" sldId="290"/>
            <ac:spMk id="17" creationId="{DD1B01D4-76E1-2749-85C8-0E8633203A6A}"/>
          </ac:spMkLst>
        </pc:spChg>
        <pc:spChg chg="mod">
          <ac:chgData name="António Costa" userId="f59dee56-c985-4c2e-97b4-ffdb0b1ffcd0" providerId="ADAL" clId="{55DA60E1-15D0-4914-9995-32D460E00120}" dt="2024-05-19T18:49:52.606" v="146" actId="20577"/>
          <ac:spMkLst>
            <pc:docMk/>
            <pc:sldMk cId="1164156451" sldId="290"/>
            <ac:spMk id="870" creationId="{00000000-0000-0000-0000-000000000000}"/>
          </ac:spMkLst>
        </pc:spChg>
        <pc:picChg chg="add">
          <ac:chgData name="António Costa" userId="f59dee56-c985-4c2e-97b4-ffdb0b1ffcd0" providerId="ADAL" clId="{55DA60E1-15D0-4914-9995-32D460E00120}" dt="2024-05-19T18:49:08.986" v="99"/>
          <ac:picMkLst>
            <pc:docMk/>
            <pc:sldMk cId="1164156451" sldId="290"/>
            <ac:picMk id="3" creationId="{6B8E1DB0-83AA-7797-253F-C8C56AA2B689}"/>
          </ac:picMkLst>
        </pc:picChg>
        <pc:picChg chg="add del mod">
          <ac:chgData name="António Costa" userId="f59dee56-c985-4c2e-97b4-ffdb0b1ffcd0" providerId="ADAL" clId="{55DA60E1-15D0-4914-9995-32D460E00120}" dt="2024-05-19T19:01:29.646" v="236" actId="21"/>
          <ac:picMkLst>
            <pc:docMk/>
            <pc:sldMk cId="1164156451" sldId="290"/>
            <ac:picMk id="5" creationId="{D05DB367-4324-E064-3433-B6C540C2B82B}"/>
          </ac:picMkLst>
        </pc:picChg>
        <pc:picChg chg="add mod">
          <ac:chgData name="António Costa" userId="f59dee56-c985-4c2e-97b4-ffdb0b1ffcd0" providerId="ADAL" clId="{55DA60E1-15D0-4914-9995-32D460E00120}" dt="2024-05-19T19:10:09.723" v="341" actId="1076"/>
          <ac:picMkLst>
            <pc:docMk/>
            <pc:sldMk cId="1164156451" sldId="290"/>
            <ac:picMk id="11" creationId="{DDD70825-D90F-7E54-7BF3-799D5609D672}"/>
          </ac:picMkLst>
        </pc:picChg>
        <pc:picChg chg="add mod">
          <ac:chgData name="António Costa" userId="f59dee56-c985-4c2e-97b4-ffdb0b1ffcd0" providerId="ADAL" clId="{55DA60E1-15D0-4914-9995-32D460E00120}" dt="2024-05-19T19:10:08.611" v="340" actId="1076"/>
          <ac:picMkLst>
            <pc:docMk/>
            <pc:sldMk cId="1164156451" sldId="290"/>
            <ac:picMk id="13" creationId="{F54633D0-1020-D44A-7C77-ED3511A88093}"/>
          </ac:picMkLst>
        </pc:picChg>
      </pc:sldChg>
      <pc:sldChg chg="modSp mod">
        <pc:chgData name="António Costa" userId="f59dee56-c985-4c2e-97b4-ffdb0b1ffcd0" providerId="ADAL" clId="{55DA60E1-15D0-4914-9995-32D460E00120}" dt="2024-05-19T18:47:22.103" v="65" actId="1076"/>
        <pc:sldMkLst>
          <pc:docMk/>
          <pc:sldMk cId="223470611" sldId="291"/>
        </pc:sldMkLst>
        <pc:spChg chg="mod">
          <ac:chgData name="António Costa" userId="f59dee56-c985-4c2e-97b4-ffdb0b1ffcd0" providerId="ADAL" clId="{55DA60E1-15D0-4914-9995-32D460E00120}" dt="2024-05-19T18:47:22.103" v="65" actId="1076"/>
          <ac:spMkLst>
            <pc:docMk/>
            <pc:sldMk cId="223470611" sldId="291"/>
            <ac:spMk id="2" creationId="{B2BF249C-91D0-D3A4-7B59-1C90BE08FF7F}"/>
          </ac:spMkLst>
        </pc:spChg>
        <pc:spChg chg="mod">
          <ac:chgData name="António Costa" userId="f59dee56-c985-4c2e-97b4-ffdb0b1ffcd0" providerId="ADAL" clId="{55DA60E1-15D0-4914-9995-32D460E00120}" dt="2024-05-19T18:47:20.627" v="64" actId="20577"/>
          <ac:spMkLst>
            <pc:docMk/>
            <pc:sldMk cId="223470611" sldId="291"/>
            <ac:spMk id="870" creationId="{00000000-0000-0000-0000-000000000000}"/>
          </ac:spMkLst>
        </pc:spChg>
      </pc:sldChg>
      <pc:sldChg chg="addSp modSp new mod">
        <pc:chgData name="António Costa" userId="f59dee56-c985-4c2e-97b4-ffdb0b1ffcd0" providerId="ADAL" clId="{55DA60E1-15D0-4914-9995-32D460E00120}" dt="2024-05-19T22:23:22.651" v="746" actId="20577"/>
        <pc:sldMkLst>
          <pc:docMk/>
          <pc:sldMk cId="3075479261" sldId="292"/>
        </pc:sldMkLst>
        <pc:spChg chg="mod">
          <ac:chgData name="António Costa" userId="f59dee56-c985-4c2e-97b4-ffdb0b1ffcd0" providerId="ADAL" clId="{55DA60E1-15D0-4914-9995-32D460E00120}" dt="2024-05-19T22:23:22.651" v="746" actId="20577"/>
          <ac:spMkLst>
            <pc:docMk/>
            <pc:sldMk cId="3075479261" sldId="292"/>
            <ac:spMk id="2" creationId="{E1911BF0-CBB8-64CB-BE15-E79AF7BCF62C}"/>
          </ac:spMkLst>
        </pc:spChg>
        <pc:picChg chg="add mod">
          <ac:chgData name="António Costa" userId="f59dee56-c985-4c2e-97b4-ffdb0b1ffcd0" providerId="ADAL" clId="{55DA60E1-15D0-4914-9995-32D460E00120}" dt="2024-05-19T19:15:19.427" v="448" actId="1076"/>
          <ac:picMkLst>
            <pc:docMk/>
            <pc:sldMk cId="3075479261" sldId="292"/>
            <ac:picMk id="3" creationId="{FA6A79E9-72D0-AC97-01B6-ED1392CB2CF8}"/>
          </ac:picMkLst>
        </pc:picChg>
      </pc:sldChg>
      <pc:sldChg chg="addSp delSp modSp new del mod ord">
        <pc:chgData name="António Costa" userId="f59dee56-c985-4c2e-97b4-ffdb0b1ffcd0" providerId="ADAL" clId="{55DA60E1-15D0-4914-9995-32D460E00120}" dt="2024-05-19T22:16:37.201" v="708" actId="2696"/>
        <pc:sldMkLst>
          <pc:docMk/>
          <pc:sldMk cId="61180216" sldId="293"/>
        </pc:sldMkLst>
        <pc:spChg chg="mod">
          <ac:chgData name="António Costa" userId="f59dee56-c985-4c2e-97b4-ffdb0b1ffcd0" providerId="ADAL" clId="{55DA60E1-15D0-4914-9995-32D460E00120}" dt="2024-05-19T19:12:15.012" v="376" actId="20577"/>
          <ac:spMkLst>
            <pc:docMk/>
            <pc:sldMk cId="61180216" sldId="293"/>
            <ac:spMk id="2" creationId="{9A70F5D5-ADEF-5422-FAAE-1245DAD8C451}"/>
          </ac:spMkLst>
        </pc:spChg>
        <pc:spChg chg="add mod">
          <ac:chgData name="António Costa" userId="f59dee56-c985-4c2e-97b4-ffdb0b1ffcd0" providerId="ADAL" clId="{55DA60E1-15D0-4914-9995-32D460E00120}" dt="2024-05-19T19:38:21.852" v="659" actId="1076"/>
          <ac:spMkLst>
            <pc:docMk/>
            <pc:sldMk cId="61180216" sldId="293"/>
            <ac:spMk id="3" creationId="{23FB90D1-9859-B625-2C03-54DC91245409}"/>
          </ac:spMkLst>
        </pc:spChg>
        <pc:spChg chg="add mod">
          <ac:chgData name="António Costa" userId="f59dee56-c985-4c2e-97b4-ffdb0b1ffcd0" providerId="ADAL" clId="{55DA60E1-15D0-4914-9995-32D460E00120}" dt="2024-05-19T19:41:29.076" v="704" actId="1076"/>
          <ac:spMkLst>
            <pc:docMk/>
            <pc:sldMk cId="61180216" sldId="293"/>
            <ac:spMk id="7" creationId="{EA2CBA24-8575-CDCD-04A2-34B72FB2B9F5}"/>
          </ac:spMkLst>
        </pc:spChg>
        <pc:spChg chg="add mod">
          <ac:chgData name="António Costa" userId="f59dee56-c985-4c2e-97b4-ffdb0b1ffcd0" providerId="ADAL" clId="{55DA60E1-15D0-4914-9995-32D460E00120}" dt="2024-05-19T19:41:33.531" v="706" actId="1076"/>
          <ac:spMkLst>
            <pc:docMk/>
            <pc:sldMk cId="61180216" sldId="293"/>
            <ac:spMk id="8" creationId="{A9E69BA7-1538-08E9-41DC-FB7E2E9BFBCC}"/>
          </ac:spMkLst>
        </pc:spChg>
        <pc:spChg chg="add mod">
          <ac:chgData name="António Costa" userId="f59dee56-c985-4c2e-97b4-ffdb0b1ffcd0" providerId="ADAL" clId="{55DA60E1-15D0-4914-9995-32D460E00120}" dt="2024-05-19T19:41:26.172" v="702" actId="1076"/>
          <ac:spMkLst>
            <pc:docMk/>
            <pc:sldMk cId="61180216" sldId="293"/>
            <ac:spMk id="12" creationId="{E6383C33-F3B0-9E00-7D43-0171AEE5139D}"/>
          </ac:spMkLst>
        </pc:spChg>
        <pc:spChg chg="add mod">
          <ac:chgData name="António Costa" userId="f59dee56-c985-4c2e-97b4-ffdb0b1ffcd0" providerId="ADAL" clId="{55DA60E1-15D0-4914-9995-32D460E00120}" dt="2024-05-19T19:41:31.963" v="705" actId="1076"/>
          <ac:spMkLst>
            <pc:docMk/>
            <pc:sldMk cId="61180216" sldId="293"/>
            <ac:spMk id="14" creationId="{C39D3558-9055-54C8-906B-700BC3A8CDC7}"/>
          </ac:spMkLst>
        </pc:spChg>
        <pc:picChg chg="add del mod">
          <ac:chgData name="António Costa" userId="f59dee56-c985-4c2e-97b4-ffdb0b1ffcd0" providerId="ADAL" clId="{55DA60E1-15D0-4914-9995-32D460E00120}" dt="2024-05-19T19:20:34.283" v="480" actId="21"/>
          <ac:picMkLst>
            <pc:docMk/>
            <pc:sldMk cId="61180216" sldId="293"/>
            <ac:picMk id="4" creationId="{75015583-1C3C-DA05-D24B-A74404D95D58}"/>
          </ac:picMkLst>
        </pc:picChg>
        <pc:picChg chg="add mod">
          <ac:chgData name="António Costa" userId="f59dee56-c985-4c2e-97b4-ffdb0b1ffcd0" providerId="ADAL" clId="{55DA60E1-15D0-4914-9995-32D460E00120}" dt="2024-05-19T19:41:24.251" v="701" actId="1076"/>
          <ac:picMkLst>
            <pc:docMk/>
            <pc:sldMk cId="61180216" sldId="293"/>
            <ac:picMk id="6" creationId="{63B59EDD-DE75-651B-F09A-E3E35BBECDC9}"/>
          </ac:picMkLst>
        </pc:picChg>
        <pc:picChg chg="add mod">
          <ac:chgData name="António Costa" userId="f59dee56-c985-4c2e-97b4-ffdb0b1ffcd0" providerId="ADAL" clId="{55DA60E1-15D0-4914-9995-32D460E00120}" dt="2024-05-19T19:41:36.796" v="707" actId="1076"/>
          <ac:picMkLst>
            <pc:docMk/>
            <pc:sldMk cId="61180216" sldId="293"/>
            <ac:picMk id="10" creationId="{F138DF3E-8033-F752-291A-F867B4A8C25F}"/>
          </ac:picMkLst>
        </pc:picChg>
      </pc:sldChg>
      <pc:sldChg chg="addSp modSp new mod">
        <pc:chgData name="António Costa" userId="f59dee56-c985-4c2e-97b4-ffdb0b1ffcd0" providerId="ADAL" clId="{55DA60E1-15D0-4914-9995-32D460E00120}" dt="2024-05-19T22:19:23.005" v="734" actId="14100"/>
        <pc:sldMkLst>
          <pc:docMk/>
          <pc:sldMk cId="1770805721" sldId="294"/>
        </pc:sldMkLst>
        <pc:spChg chg="mod">
          <ac:chgData name="António Costa" userId="f59dee56-c985-4c2e-97b4-ffdb0b1ffcd0" providerId="ADAL" clId="{55DA60E1-15D0-4914-9995-32D460E00120}" dt="2024-05-19T19:15:58.281" v="474" actId="20577"/>
          <ac:spMkLst>
            <pc:docMk/>
            <pc:sldMk cId="1770805721" sldId="294"/>
            <ac:spMk id="2" creationId="{BDFF115F-E6F1-744B-FB90-EE53266F4C62}"/>
          </ac:spMkLst>
        </pc:spChg>
        <pc:spChg chg="add mod">
          <ac:chgData name="António Costa" userId="f59dee56-c985-4c2e-97b4-ffdb0b1ffcd0" providerId="ADAL" clId="{55DA60E1-15D0-4914-9995-32D460E00120}" dt="2024-05-19T22:19:17.095" v="731" actId="1076"/>
          <ac:spMkLst>
            <pc:docMk/>
            <pc:sldMk cId="1770805721" sldId="294"/>
            <ac:spMk id="5" creationId="{0EB5620B-A0DE-87B9-DD44-C829B3DE3B6E}"/>
          </ac:spMkLst>
        </pc:spChg>
        <pc:picChg chg="add mod">
          <ac:chgData name="António Costa" userId="f59dee56-c985-4c2e-97b4-ffdb0b1ffcd0" providerId="ADAL" clId="{55DA60E1-15D0-4914-9995-32D460E00120}" dt="2024-05-19T22:19:23.005" v="734" actId="14100"/>
          <ac:picMkLst>
            <pc:docMk/>
            <pc:sldMk cId="1770805721" sldId="294"/>
            <ac:picMk id="4" creationId="{94522BF4-74F8-6827-240E-0D3E8AA5AA20}"/>
          </ac:picMkLst>
        </pc:picChg>
      </pc:sldChg>
      <pc:sldChg chg="modSp new mod">
        <pc:chgData name="António Costa" userId="f59dee56-c985-4c2e-97b4-ffdb0b1ffcd0" providerId="ADAL" clId="{55DA60E1-15D0-4914-9995-32D460E00120}" dt="2024-05-19T19:15:52.971" v="465" actId="20577"/>
        <pc:sldMkLst>
          <pc:docMk/>
          <pc:sldMk cId="3570113401" sldId="295"/>
        </pc:sldMkLst>
        <pc:spChg chg="mod">
          <ac:chgData name="António Costa" userId="f59dee56-c985-4c2e-97b4-ffdb0b1ffcd0" providerId="ADAL" clId="{55DA60E1-15D0-4914-9995-32D460E00120}" dt="2024-05-19T19:15:52.971" v="465" actId="20577"/>
          <ac:spMkLst>
            <pc:docMk/>
            <pc:sldMk cId="3570113401" sldId="295"/>
            <ac:spMk id="2" creationId="{7815F05A-1F49-7BD9-E356-E0B3F625E106}"/>
          </ac:spMkLst>
        </pc:spChg>
      </pc:sldChg>
      <pc:sldChg chg="modSp mod">
        <pc:chgData name="António Costa" userId="f59dee56-c985-4c2e-97b4-ffdb0b1ffcd0" providerId="ADAL" clId="{55DA60E1-15D0-4914-9995-32D460E00120}" dt="2024-05-20T15:26:05.019" v="772" actId="20577"/>
        <pc:sldMkLst>
          <pc:docMk/>
          <pc:sldMk cId="1105684444" sldId="296"/>
        </pc:sldMkLst>
        <pc:spChg chg="mod">
          <ac:chgData name="António Costa" userId="f59dee56-c985-4c2e-97b4-ffdb0b1ffcd0" providerId="ADAL" clId="{55DA60E1-15D0-4914-9995-32D460E00120}" dt="2024-05-20T15:26:05.019" v="772" actId="20577"/>
          <ac:spMkLst>
            <pc:docMk/>
            <pc:sldMk cId="1105684444" sldId="296"/>
            <ac:spMk id="12" creationId="{E6383C33-F3B0-9E00-7D43-0171AEE5139D}"/>
          </ac:spMkLst>
        </pc:spChg>
      </pc:sldChg>
      <pc:sldChg chg="modSp mod">
        <pc:chgData name="António Costa" userId="f59dee56-c985-4c2e-97b4-ffdb0b1ffcd0" providerId="ADAL" clId="{55DA60E1-15D0-4914-9995-32D460E00120}" dt="2024-05-20T15:15:18.895" v="747" actId="1076"/>
        <pc:sldMkLst>
          <pc:docMk/>
          <pc:sldMk cId="3814180433" sldId="300"/>
        </pc:sldMkLst>
        <pc:spChg chg="mod">
          <ac:chgData name="António Costa" userId="f59dee56-c985-4c2e-97b4-ffdb0b1ffcd0" providerId="ADAL" clId="{55DA60E1-15D0-4914-9995-32D460E00120}" dt="2024-05-20T15:15:18.895" v="747" actId="1076"/>
          <ac:spMkLst>
            <pc:docMk/>
            <pc:sldMk cId="3814180433" sldId="300"/>
            <ac:spMk id="7" creationId="{AC55C769-E22F-600A-A054-32E2149C1A7E}"/>
          </ac:spMkLst>
        </pc:spChg>
      </pc:sldChg>
    </pc:docChg>
  </pc:docChgLst>
  <pc:docChgLst>
    <pc:chgData name="Rúben Franco" userId="S::rrfranco@ua.pt::a0ed9411-83f7-41c5-8f13-313b6bcd7ecf" providerId="AD" clId="Web-{C9D0BC5B-6AA9-2B91-4941-7ED2D9626701}"/>
    <pc:docChg chg="addSld modSld">
      <pc:chgData name="Rúben Franco" userId="S::rrfranco@ua.pt::a0ed9411-83f7-41c5-8f13-313b6bcd7ecf" providerId="AD" clId="Web-{C9D0BC5B-6AA9-2B91-4941-7ED2D9626701}" dt="2024-05-20T12:48:10.343" v="149" actId="20577"/>
      <pc:docMkLst>
        <pc:docMk/>
      </pc:docMkLst>
      <pc:sldChg chg="modSp">
        <pc:chgData name="Rúben Franco" userId="S::rrfranco@ua.pt::a0ed9411-83f7-41c5-8f13-313b6bcd7ecf" providerId="AD" clId="Web-{C9D0BC5B-6AA9-2B91-4941-7ED2D9626701}" dt="2024-05-20T10:05:29.861" v="42" actId="20577"/>
        <pc:sldMkLst>
          <pc:docMk/>
          <pc:sldMk cId="223470611" sldId="291"/>
        </pc:sldMkLst>
        <pc:spChg chg="mod">
          <ac:chgData name="Rúben Franco" userId="S::rrfranco@ua.pt::a0ed9411-83f7-41c5-8f13-313b6bcd7ecf" providerId="AD" clId="Web-{C9D0BC5B-6AA9-2B91-4941-7ED2D9626701}" dt="2024-05-20T10:05:29.861" v="42" actId="20577"/>
          <ac:spMkLst>
            <pc:docMk/>
            <pc:sldMk cId="223470611" sldId="291"/>
            <ac:spMk id="3" creationId="{B758D523-E1E0-0AFF-62AC-F6B09590837D}"/>
          </ac:spMkLst>
        </pc:spChg>
      </pc:sldChg>
      <pc:sldChg chg="modSp">
        <pc:chgData name="Rúben Franco" userId="S::rrfranco@ua.pt::a0ed9411-83f7-41c5-8f13-313b6bcd7ecf" providerId="AD" clId="Web-{C9D0BC5B-6AA9-2B91-4941-7ED2D9626701}" dt="2024-05-20T10:01:43.933" v="39" actId="20577"/>
        <pc:sldMkLst>
          <pc:docMk/>
          <pc:sldMk cId="2426572033" sldId="297"/>
        </pc:sldMkLst>
        <pc:spChg chg="mod">
          <ac:chgData name="Rúben Franco" userId="S::rrfranco@ua.pt::a0ed9411-83f7-41c5-8f13-313b6bcd7ecf" providerId="AD" clId="Web-{C9D0BC5B-6AA9-2B91-4941-7ED2D9626701}" dt="2024-05-20T10:00:30.556" v="9" actId="20577"/>
          <ac:spMkLst>
            <pc:docMk/>
            <pc:sldMk cId="2426572033" sldId="297"/>
            <ac:spMk id="2" creationId="{EFBC85A3-905D-E80A-4256-6562734109D1}"/>
          </ac:spMkLst>
        </pc:spChg>
        <pc:spChg chg="mod">
          <ac:chgData name="Rúben Franco" userId="S::rrfranco@ua.pt::a0ed9411-83f7-41c5-8f13-313b6bcd7ecf" providerId="AD" clId="Web-{C9D0BC5B-6AA9-2B91-4941-7ED2D9626701}" dt="2024-05-20T10:01:43.933" v="39" actId="20577"/>
          <ac:spMkLst>
            <pc:docMk/>
            <pc:sldMk cId="2426572033" sldId="297"/>
            <ac:spMk id="3" creationId="{86938921-5CDE-A017-35E3-F3D0C442EFEE}"/>
          </ac:spMkLst>
        </pc:spChg>
      </pc:sldChg>
      <pc:sldChg chg="modSp new">
        <pc:chgData name="Rúben Franco" userId="S::rrfranco@ua.pt::a0ed9411-83f7-41c5-8f13-313b6bcd7ecf" providerId="AD" clId="Web-{C9D0BC5B-6AA9-2B91-4941-7ED2D9626701}" dt="2024-05-20T12:48:10.343" v="149" actId="20577"/>
        <pc:sldMkLst>
          <pc:docMk/>
          <pc:sldMk cId="788852855" sldId="302"/>
        </pc:sldMkLst>
        <pc:spChg chg="mod">
          <ac:chgData name="Rúben Franco" userId="S::rrfranco@ua.pt::a0ed9411-83f7-41c5-8f13-313b6bcd7ecf" providerId="AD" clId="Web-{C9D0BC5B-6AA9-2B91-4941-7ED2D9626701}" dt="2024-05-20T12:35:47.013" v="53" actId="20577"/>
          <ac:spMkLst>
            <pc:docMk/>
            <pc:sldMk cId="788852855" sldId="302"/>
            <ac:spMk id="2" creationId="{B25D3E13-231B-B14F-1C49-D0A505A8C0B1}"/>
          </ac:spMkLst>
        </pc:spChg>
        <pc:spChg chg="mod">
          <ac:chgData name="Rúben Franco" userId="S::rrfranco@ua.pt::a0ed9411-83f7-41c5-8f13-313b6bcd7ecf" providerId="AD" clId="Web-{C9D0BC5B-6AA9-2B91-4941-7ED2D9626701}" dt="2024-05-20T12:48:10.343" v="149" actId="20577"/>
          <ac:spMkLst>
            <pc:docMk/>
            <pc:sldMk cId="788852855" sldId="302"/>
            <ac:spMk id="3" creationId="{3A6030DE-B7DF-0AF3-960E-7B43FC9935CD}"/>
          </ac:spMkLst>
        </pc:spChg>
      </pc:sldChg>
    </pc:docChg>
  </pc:docChgLst>
  <pc:docChgLst>
    <pc:chgData name="Bruno Oliveira" userId="S::brunogoliveira@ua.pt::e5f99647-13aa-46cb-aca2-a8274487e73a" providerId="AD" clId="Web-{D8A66D7F-7555-FD93-90CA-411C9AE57D59}"/>
    <pc:docChg chg="addSld delSld modSld">
      <pc:chgData name="Bruno Oliveira" userId="S::brunogoliveira@ua.pt::e5f99647-13aa-46cb-aca2-a8274487e73a" providerId="AD" clId="Web-{D8A66D7F-7555-FD93-90CA-411C9AE57D59}" dt="2024-05-20T10:19:32.443" v="145" actId="20577"/>
      <pc:docMkLst>
        <pc:docMk/>
      </pc:docMkLst>
      <pc:sldChg chg="del">
        <pc:chgData name="Bruno Oliveira" userId="S::brunogoliveira@ua.pt::e5f99647-13aa-46cb-aca2-a8274487e73a" providerId="AD" clId="Web-{D8A66D7F-7555-FD93-90CA-411C9AE57D59}" dt="2024-05-20T10:10:35.735" v="76"/>
        <pc:sldMkLst>
          <pc:docMk/>
          <pc:sldMk cId="0" sldId="271"/>
        </pc:sldMkLst>
      </pc:sldChg>
      <pc:sldChg chg="modSp">
        <pc:chgData name="Bruno Oliveira" userId="S::brunogoliveira@ua.pt::e5f99647-13aa-46cb-aca2-a8274487e73a" providerId="AD" clId="Web-{D8A66D7F-7555-FD93-90CA-411C9AE57D59}" dt="2024-05-20T10:12:00.488" v="84" actId="20577"/>
        <pc:sldMkLst>
          <pc:docMk/>
          <pc:sldMk cId="1164156451" sldId="290"/>
        </pc:sldMkLst>
        <pc:spChg chg="mod">
          <ac:chgData name="Bruno Oliveira" userId="S::brunogoliveira@ua.pt::e5f99647-13aa-46cb-aca2-a8274487e73a" providerId="AD" clId="Web-{D8A66D7F-7555-FD93-90CA-411C9AE57D59}" dt="2024-05-20T10:12:00.488" v="84" actId="20577"/>
          <ac:spMkLst>
            <pc:docMk/>
            <pc:sldMk cId="1164156451" sldId="290"/>
            <ac:spMk id="9" creationId="{D84CCFB1-A546-2466-314E-4A74CDC97D7D}"/>
          </ac:spMkLst>
        </pc:spChg>
      </pc:sldChg>
      <pc:sldChg chg="del">
        <pc:chgData name="Bruno Oliveira" userId="S::brunogoliveira@ua.pt::e5f99647-13aa-46cb-aca2-a8274487e73a" providerId="AD" clId="Web-{D8A66D7F-7555-FD93-90CA-411C9AE57D59}" dt="2024-05-20T10:12:48.912" v="85"/>
        <pc:sldMkLst>
          <pc:docMk/>
          <pc:sldMk cId="3075479261" sldId="292"/>
        </pc:sldMkLst>
      </pc:sldChg>
      <pc:sldChg chg="addSp delSp modSp">
        <pc:chgData name="Bruno Oliveira" userId="S::brunogoliveira@ua.pt::e5f99647-13aa-46cb-aca2-a8274487e73a" providerId="AD" clId="Web-{D8A66D7F-7555-FD93-90CA-411C9AE57D59}" dt="2024-05-20T10:05:10.738" v="44" actId="14100"/>
        <pc:sldMkLst>
          <pc:docMk/>
          <pc:sldMk cId="1770805721" sldId="294"/>
        </pc:sldMkLst>
        <pc:spChg chg="mod">
          <ac:chgData name="Bruno Oliveira" userId="S::brunogoliveira@ua.pt::e5f99647-13aa-46cb-aca2-a8274487e73a" providerId="AD" clId="Web-{D8A66D7F-7555-FD93-90CA-411C9AE57D59}" dt="2024-05-20T10:01:28.042" v="12" actId="20577"/>
          <ac:spMkLst>
            <pc:docMk/>
            <pc:sldMk cId="1770805721" sldId="294"/>
            <ac:spMk id="2" creationId="{BDFF115F-E6F1-744B-FB90-EE53266F4C62}"/>
          </ac:spMkLst>
        </pc:spChg>
        <pc:spChg chg="add del mod">
          <ac:chgData name="Bruno Oliveira" userId="S::brunogoliveira@ua.pt::e5f99647-13aa-46cb-aca2-a8274487e73a" providerId="AD" clId="Web-{D8A66D7F-7555-FD93-90CA-411C9AE57D59}" dt="2024-05-20T10:02:02.059" v="19"/>
          <ac:spMkLst>
            <pc:docMk/>
            <pc:sldMk cId="1770805721" sldId="294"/>
            <ac:spMk id="3" creationId="{A52B4A78-6D83-A468-2E35-E20F375F7B93}"/>
          </ac:spMkLst>
        </pc:spChg>
        <pc:spChg chg="del mod">
          <ac:chgData name="Bruno Oliveira" userId="S::brunogoliveira@ua.pt::e5f99647-13aa-46cb-aca2-a8274487e73a" providerId="AD" clId="Web-{D8A66D7F-7555-FD93-90CA-411C9AE57D59}" dt="2024-05-20T10:01:38.792" v="15"/>
          <ac:spMkLst>
            <pc:docMk/>
            <pc:sldMk cId="1770805721" sldId="294"/>
            <ac:spMk id="5" creationId="{0EB5620B-A0DE-87B9-DD44-C829B3DE3B6E}"/>
          </ac:spMkLst>
        </pc:spChg>
        <pc:spChg chg="add mod">
          <ac:chgData name="Bruno Oliveira" userId="S::brunogoliveira@ua.pt::e5f99647-13aa-46cb-aca2-a8274487e73a" providerId="AD" clId="Web-{D8A66D7F-7555-FD93-90CA-411C9AE57D59}" dt="2024-05-20T10:05:10.738" v="44" actId="14100"/>
          <ac:spMkLst>
            <pc:docMk/>
            <pc:sldMk cId="1770805721" sldId="294"/>
            <ac:spMk id="7" creationId="{AC55C769-E22F-600A-A054-32E2149C1A7E}"/>
          </ac:spMkLst>
        </pc:spChg>
        <pc:picChg chg="del">
          <ac:chgData name="Bruno Oliveira" userId="S::brunogoliveira@ua.pt::e5f99647-13aa-46cb-aca2-a8274487e73a" providerId="AD" clId="Web-{D8A66D7F-7555-FD93-90CA-411C9AE57D59}" dt="2024-05-20T10:01:34.261" v="13"/>
          <ac:picMkLst>
            <pc:docMk/>
            <pc:sldMk cId="1770805721" sldId="294"/>
            <ac:picMk id="4" creationId="{94522BF4-74F8-6827-240E-0D3E8AA5AA20}"/>
          </ac:picMkLst>
        </pc:picChg>
        <pc:picChg chg="add mod modCrop">
          <ac:chgData name="Bruno Oliveira" userId="S::brunogoliveira@ua.pt::e5f99647-13aa-46cb-aca2-a8274487e73a" providerId="AD" clId="Web-{D8A66D7F-7555-FD93-90CA-411C9AE57D59}" dt="2024-05-20T10:05:05.472" v="43"/>
          <ac:picMkLst>
            <pc:docMk/>
            <pc:sldMk cId="1770805721" sldId="294"/>
            <ac:picMk id="8" creationId="{37C3B7DA-FD6D-5A49-5B28-DEEBE6954C03}"/>
          </ac:picMkLst>
        </pc:picChg>
      </pc:sldChg>
      <pc:sldChg chg="del">
        <pc:chgData name="Bruno Oliveira" userId="S::brunogoliveira@ua.pt::e5f99647-13aa-46cb-aca2-a8274487e73a" providerId="AD" clId="Web-{D8A66D7F-7555-FD93-90CA-411C9AE57D59}" dt="2024-05-20T10:09:27.232" v="68"/>
        <pc:sldMkLst>
          <pc:docMk/>
          <pc:sldMk cId="3570113401" sldId="295"/>
        </pc:sldMkLst>
      </pc:sldChg>
      <pc:sldChg chg="modSp">
        <pc:chgData name="Bruno Oliveira" userId="S::brunogoliveira@ua.pt::e5f99647-13aa-46cb-aca2-a8274487e73a" providerId="AD" clId="Web-{D8A66D7F-7555-FD93-90CA-411C9AE57D59}" dt="2024-05-20T10:19:32.443" v="145" actId="20577"/>
        <pc:sldMkLst>
          <pc:docMk/>
          <pc:sldMk cId="1061612147" sldId="299"/>
        </pc:sldMkLst>
        <pc:spChg chg="mod">
          <ac:chgData name="Bruno Oliveira" userId="S::brunogoliveira@ua.pt::e5f99647-13aa-46cb-aca2-a8274487e73a" providerId="AD" clId="Web-{D8A66D7F-7555-FD93-90CA-411C9AE57D59}" dt="2024-05-20T10:19:32.443" v="145" actId="20577"/>
          <ac:spMkLst>
            <pc:docMk/>
            <pc:sldMk cId="1061612147" sldId="299"/>
            <ac:spMk id="3" creationId="{EE414B5B-E115-A031-3C59-7EE6D84B7F86}"/>
          </ac:spMkLst>
        </pc:spChg>
      </pc:sldChg>
      <pc:sldChg chg="addSp delSp modSp add replId">
        <pc:chgData name="Bruno Oliveira" userId="S::brunogoliveira@ua.pt::e5f99647-13aa-46cb-aca2-a8274487e73a" providerId="AD" clId="Web-{D8A66D7F-7555-FD93-90CA-411C9AE57D59}" dt="2024-05-20T10:09:17.935" v="66" actId="20577"/>
        <pc:sldMkLst>
          <pc:docMk/>
          <pc:sldMk cId="3814180433" sldId="300"/>
        </pc:sldMkLst>
        <pc:spChg chg="mod">
          <ac:chgData name="Bruno Oliveira" userId="S::brunogoliveira@ua.pt::e5f99647-13aa-46cb-aca2-a8274487e73a" providerId="AD" clId="Web-{D8A66D7F-7555-FD93-90CA-411C9AE57D59}" dt="2024-05-20T10:09:17.935" v="66" actId="20577"/>
          <ac:spMkLst>
            <pc:docMk/>
            <pc:sldMk cId="3814180433" sldId="300"/>
            <ac:spMk id="7" creationId="{AC55C769-E22F-600A-A054-32E2149C1A7E}"/>
          </ac:spMkLst>
        </pc:spChg>
        <pc:picChg chg="add mod modCrop">
          <ac:chgData name="Bruno Oliveira" userId="S::brunogoliveira@ua.pt::e5f99647-13aa-46cb-aca2-a8274487e73a" providerId="AD" clId="Web-{D8A66D7F-7555-FD93-90CA-411C9AE57D59}" dt="2024-05-20T10:09:01.059" v="59" actId="14100"/>
          <ac:picMkLst>
            <pc:docMk/>
            <pc:sldMk cId="3814180433" sldId="300"/>
            <ac:picMk id="3" creationId="{3DA8B497-B0FA-167B-BBE7-B923C519FB6C}"/>
          </ac:picMkLst>
        </pc:picChg>
        <pc:picChg chg="del">
          <ac:chgData name="Bruno Oliveira" userId="S::brunogoliveira@ua.pt::e5f99647-13aa-46cb-aca2-a8274487e73a" providerId="AD" clId="Web-{D8A66D7F-7555-FD93-90CA-411C9AE57D59}" dt="2024-05-20T10:08:12.057" v="51"/>
          <ac:picMkLst>
            <pc:docMk/>
            <pc:sldMk cId="3814180433" sldId="300"/>
            <ac:picMk id="8" creationId="{37C3B7DA-FD6D-5A49-5B28-DEEBE6954C03}"/>
          </ac:picMkLst>
        </pc:picChg>
      </pc:sldChg>
      <pc:sldChg chg="addSp delSp modSp add replId">
        <pc:chgData name="Bruno Oliveira" userId="S::brunogoliveira@ua.pt::e5f99647-13aa-46cb-aca2-a8274487e73a" providerId="AD" clId="Web-{D8A66D7F-7555-FD93-90CA-411C9AE57D59}" dt="2024-05-20T10:10:29.562" v="75" actId="1076"/>
        <pc:sldMkLst>
          <pc:docMk/>
          <pc:sldMk cId="3562386698" sldId="301"/>
        </pc:sldMkLst>
        <pc:spChg chg="mod">
          <ac:chgData name="Bruno Oliveira" userId="S::brunogoliveira@ua.pt::e5f99647-13aa-46cb-aca2-a8274487e73a" providerId="AD" clId="Web-{D8A66D7F-7555-FD93-90CA-411C9AE57D59}" dt="2024-05-20T10:09:44.686" v="70" actId="20577"/>
          <ac:spMkLst>
            <pc:docMk/>
            <pc:sldMk cId="3562386698" sldId="301"/>
            <ac:spMk id="7" creationId="{AC55C769-E22F-600A-A054-32E2149C1A7E}"/>
          </ac:spMkLst>
        </pc:spChg>
        <pc:picChg chg="del">
          <ac:chgData name="Bruno Oliveira" userId="S::brunogoliveira@ua.pt::e5f99647-13aa-46cb-aca2-a8274487e73a" providerId="AD" clId="Web-{D8A66D7F-7555-FD93-90CA-411C9AE57D59}" dt="2024-05-20T10:09:47.389" v="71"/>
          <ac:picMkLst>
            <pc:docMk/>
            <pc:sldMk cId="3562386698" sldId="301"/>
            <ac:picMk id="3" creationId="{3DA8B497-B0FA-167B-BBE7-B923C519FB6C}"/>
          </ac:picMkLst>
        </pc:picChg>
        <pc:picChg chg="add mod">
          <ac:chgData name="Bruno Oliveira" userId="S::brunogoliveira@ua.pt::e5f99647-13aa-46cb-aca2-a8274487e73a" providerId="AD" clId="Web-{D8A66D7F-7555-FD93-90CA-411C9AE57D59}" dt="2024-05-20T10:10:29.562" v="75" actId="1076"/>
          <ac:picMkLst>
            <pc:docMk/>
            <pc:sldMk cId="3562386698" sldId="301"/>
            <ac:picMk id="4" creationId="{4ABE2589-2090-E106-11CF-3CCACD975CCA}"/>
          </ac:picMkLst>
        </pc:picChg>
      </pc:sldChg>
    </pc:docChg>
  </pc:docChgLst>
  <pc:docChgLst>
    <pc:chgData name="Rodrigo Lopes" userId="S::rmllopes@ua.pt::7f71380f-dc04-4e49-8a05-2d1eb182cfa9" providerId="AD" clId="Web-{85482ED2-5B54-9D8E-4A07-629A2164E454}"/>
    <pc:docChg chg="addSld modSld">
      <pc:chgData name="Rodrigo Lopes" userId="S::rmllopes@ua.pt::7f71380f-dc04-4e49-8a05-2d1eb182cfa9" providerId="AD" clId="Web-{85482ED2-5B54-9D8E-4A07-629A2164E454}" dt="2024-06-03T15:18:31.155" v="151" actId="1076"/>
      <pc:docMkLst>
        <pc:docMk/>
      </pc:docMkLst>
      <pc:sldChg chg="modSp">
        <pc:chgData name="Rodrigo Lopes" userId="S::rmllopes@ua.pt::7f71380f-dc04-4e49-8a05-2d1eb182cfa9" providerId="AD" clId="Web-{85482ED2-5B54-9D8E-4A07-629A2164E454}" dt="2024-06-03T15:18:31.155" v="151" actId="1076"/>
        <pc:sldMkLst>
          <pc:docMk/>
          <pc:sldMk cId="0" sldId="276"/>
        </pc:sldMkLst>
        <pc:spChg chg="mod">
          <ac:chgData name="Rodrigo Lopes" userId="S::rmllopes@ua.pt::7f71380f-dc04-4e49-8a05-2d1eb182cfa9" providerId="AD" clId="Web-{85482ED2-5B54-9D8E-4A07-629A2164E454}" dt="2024-06-03T15:18:13.920" v="149" actId="20577"/>
          <ac:spMkLst>
            <pc:docMk/>
            <pc:sldMk cId="0" sldId="276"/>
            <ac:spMk id="2" creationId="{B2BF249C-91D0-D3A4-7B59-1C90BE08FF7F}"/>
          </ac:spMkLst>
        </pc:spChg>
        <pc:picChg chg="mod">
          <ac:chgData name="Rodrigo Lopes" userId="S::rmllopes@ua.pt::7f71380f-dc04-4e49-8a05-2d1eb182cfa9" providerId="AD" clId="Web-{85482ED2-5B54-9D8E-4A07-629A2164E454}" dt="2024-06-03T15:18:31.155" v="151" actId="1076"/>
          <ac:picMkLst>
            <pc:docMk/>
            <pc:sldMk cId="0" sldId="276"/>
            <ac:picMk id="5" creationId="{8C5B103D-E141-35BE-A648-ABB4FB46A594}"/>
          </ac:picMkLst>
        </pc:picChg>
      </pc:sldChg>
      <pc:sldChg chg="addSp modSp new">
        <pc:chgData name="Rodrigo Lopes" userId="S::rmllopes@ua.pt::7f71380f-dc04-4e49-8a05-2d1eb182cfa9" providerId="AD" clId="Web-{85482ED2-5B54-9D8E-4A07-629A2164E454}" dt="2024-06-03T15:11:01.093" v="146" actId="1076"/>
        <pc:sldMkLst>
          <pc:docMk/>
          <pc:sldMk cId="592213592" sldId="307"/>
        </pc:sldMkLst>
        <pc:spChg chg="mod">
          <ac:chgData name="Rodrigo Lopes" userId="S::rmllopes@ua.pt::7f71380f-dc04-4e49-8a05-2d1eb182cfa9" providerId="AD" clId="Web-{85482ED2-5B54-9D8E-4A07-629A2164E454}" dt="2024-06-03T15:07:23.757" v="18" actId="20577"/>
          <ac:spMkLst>
            <pc:docMk/>
            <pc:sldMk cId="592213592" sldId="307"/>
            <ac:spMk id="2" creationId="{0EFC09BA-9B3D-D55B-A16E-E40BF2BB5B56}"/>
          </ac:spMkLst>
        </pc:spChg>
        <pc:spChg chg="mod">
          <ac:chgData name="Rodrigo Lopes" userId="S::rmllopes@ua.pt::7f71380f-dc04-4e49-8a05-2d1eb182cfa9" providerId="AD" clId="Web-{85482ED2-5B54-9D8E-4A07-629A2164E454}" dt="2024-06-03T15:09:18.011" v="144" actId="14100"/>
          <ac:spMkLst>
            <pc:docMk/>
            <pc:sldMk cId="592213592" sldId="307"/>
            <ac:spMk id="3" creationId="{E71EEA0F-F028-67BF-3027-C2D1C5FF1713}"/>
          </ac:spMkLst>
        </pc:spChg>
        <pc:picChg chg="add mod">
          <ac:chgData name="Rodrigo Lopes" userId="S::rmllopes@ua.pt::7f71380f-dc04-4e49-8a05-2d1eb182cfa9" providerId="AD" clId="Web-{85482ED2-5B54-9D8E-4A07-629A2164E454}" dt="2024-06-03T15:11:01.093" v="146" actId="1076"/>
          <ac:picMkLst>
            <pc:docMk/>
            <pc:sldMk cId="592213592" sldId="307"/>
            <ac:picMk id="4" creationId="{971B80BA-A410-67D8-BEC2-BC7B636FD00C}"/>
          </ac:picMkLst>
        </pc:picChg>
      </pc:sldChg>
    </pc:docChg>
  </pc:docChgLst>
  <pc:docChgLst>
    <pc:chgData name="Rodrigo Lopes" userId="S::rmllopes@ua.pt::7f71380f-dc04-4e49-8a05-2d1eb182cfa9" providerId="AD" clId="Web-{A4F50818-3915-65DE-D607-2FCB7F22FDFD}"/>
    <pc:docChg chg="modSld">
      <pc:chgData name="Rodrigo Lopes" userId="S::rmllopes@ua.pt::7f71380f-dc04-4e49-8a05-2d1eb182cfa9" providerId="AD" clId="Web-{A4F50818-3915-65DE-D607-2FCB7F22FDFD}" dt="2024-05-06T15:20:34.438" v="651" actId="20577"/>
      <pc:docMkLst>
        <pc:docMk/>
      </pc:docMkLst>
      <pc:sldChg chg="addSp delSp modSp">
        <pc:chgData name="Rodrigo Lopes" userId="S::rmllopes@ua.pt::7f71380f-dc04-4e49-8a05-2d1eb182cfa9" providerId="AD" clId="Web-{A4F50818-3915-65DE-D607-2FCB7F22FDFD}" dt="2024-05-06T14:01:19.787" v="332" actId="20577"/>
        <pc:sldMkLst>
          <pc:docMk/>
          <pc:sldMk cId="1164156451" sldId="290"/>
        </pc:sldMkLst>
        <pc:spChg chg="mod">
          <ac:chgData name="Rodrigo Lopes" userId="S::rmllopes@ua.pt::7f71380f-dc04-4e49-8a05-2d1eb182cfa9" providerId="AD" clId="Web-{A4F50818-3915-65DE-D607-2FCB7F22FDFD}" dt="2024-05-06T14:01:19.787" v="332" actId="20577"/>
          <ac:spMkLst>
            <pc:docMk/>
            <pc:sldMk cId="1164156451" sldId="290"/>
            <ac:spMk id="2" creationId="{B2BF249C-91D0-D3A4-7B59-1C90BE08FF7F}"/>
          </ac:spMkLst>
        </pc:spChg>
        <pc:spChg chg="add del mod">
          <ac:chgData name="Rodrigo Lopes" userId="S::rmllopes@ua.pt::7f71380f-dc04-4e49-8a05-2d1eb182cfa9" providerId="AD" clId="Web-{A4F50818-3915-65DE-D607-2FCB7F22FDFD}" dt="2024-05-06T13:57:49.028" v="147"/>
          <ac:spMkLst>
            <pc:docMk/>
            <pc:sldMk cId="1164156451" sldId="290"/>
            <ac:spMk id="3" creationId="{AFDFED02-D226-B279-FA84-D9BFDA03C59E}"/>
          </ac:spMkLst>
        </pc:spChg>
      </pc:sldChg>
      <pc:sldChg chg="modSp">
        <pc:chgData name="Rodrigo Lopes" userId="S::rmllopes@ua.pt::7f71380f-dc04-4e49-8a05-2d1eb182cfa9" providerId="AD" clId="Web-{A4F50818-3915-65DE-D607-2FCB7F22FDFD}" dt="2024-05-06T15:20:34.438" v="651" actId="20577"/>
        <pc:sldMkLst>
          <pc:docMk/>
          <pc:sldMk cId="223470611" sldId="291"/>
        </pc:sldMkLst>
        <pc:spChg chg="mod">
          <ac:chgData name="Rodrigo Lopes" userId="S::rmllopes@ua.pt::7f71380f-dc04-4e49-8a05-2d1eb182cfa9" providerId="AD" clId="Web-{A4F50818-3915-65DE-D607-2FCB7F22FDFD}" dt="2024-05-06T15:20:34.438" v="651" actId="20577"/>
          <ac:spMkLst>
            <pc:docMk/>
            <pc:sldMk cId="223470611" sldId="291"/>
            <ac:spMk id="2" creationId="{B2BF249C-91D0-D3A4-7B59-1C90BE08FF7F}"/>
          </ac:spMkLst>
        </pc:spChg>
      </pc:sldChg>
    </pc:docChg>
  </pc:docChgLst>
  <pc:docChgLst>
    <pc:chgData name="Bruno Oliveira" userId="S::brunogoliveira@ua.pt::e5f99647-13aa-46cb-aca2-a8274487e73a" providerId="AD" clId="Web-{7733C267-5B9D-91FB-BA62-F5E385896FB0}"/>
    <pc:docChg chg="delSld">
      <pc:chgData name="Bruno Oliveira" userId="S::brunogoliveira@ua.pt::e5f99647-13aa-46cb-aca2-a8274487e73a" providerId="AD" clId="Web-{7733C267-5B9D-91FB-BA62-F5E385896FB0}" dt="2024-05-05T15:49:01.643" v="0"/>
      <pc:docMkLst>
        <pc:docMk/>
      </pc:docMkLst>
      <pc:sldChg chg="del">
        <pc:chgData name="Bruno Oliveira" userId="S::brunogoliveira@ua.pt::e5f99647-13aa-46cb-aca2-a8274487e73a" providerId="AD" clId="Web-{7733C267-5B9D-91FB-BA62-F5E385896FB0}" dt="2024-05-05T15:49:01.643" v="0"/>
        <pc:sldMkLst>
          <pc:docMk/>
          <pc:sldMk cId="740256257" sldId="289"/>
        </pc:sldMkLst>
      </pc:sldChg>
    </pc:docChg>
  </pc:docChgLst>
  <pc:docChgLst>
    <pc:chgData name="Utilizador Convidado" userId="S::urn:spo:anon#7fe97e763a81c805ecbdc3d227101cef9607a297d190ae8b53a75040c30c958e::" providerId="AD" clId="Web-{98FA4C26-1671-E4C5-BBAF-6BD1148B6275}"/>
    <pc:docChg chg="addSld modSld sldOrd">
      <pc:chgData name="Utilizador Convidado" userId="S::urn:spo:anon#7fe97e763a81c805ecbdc3d227101cef9607a297d190ae8b53a75040c30c958e::" providerId="AD" clId="Web-{98FA4C26-1671-E4C5-BBAF-6BD1148B6275}" dt="2024-06-03T03:45:41.434" v="901" actId="1076"/>
      <pc:docMkLst>
        <pc:docMk/>
      </pc:docMkLst>
      <pc:sldChg chg="modSp">
        <pc:chgData name="Utilizador Convidado" userId="S::urn:spo:anon#7fe97e763a81c805ecbdc3d227101cef9607a297d190ae8b53a75040c30c958e::" providerId="AD" clId="Web-{98FA4C26-1671-E4C5-BBAF-6BD1148B6275}" dt="2024-06-03T01:20:58.754" v="77" actId="20577"/>
        <pc:sldMkLst>
          <pc:docMk/>
          <pc:sldMk cId="0" sldId="276"/>
        </pc:sldMkLst>
        <pc:spChg chg="mod">
          <ac:chgData name="Utilizador Convidado" userId="S::urn:spo:anon#7fe97e763a81c805ecbdc3d227101cef9607a297d190ae8b53a75040c30c958e::" providerId="AD" clId="Web-{98FA4C26-1671-E4C5-BBAF-6BD1148B6275}" dt="2024-06-03T01:20:58.754" v="77" actId="20577"/>
          <ac:spMkLst>
            <pc:docMk/>
            <pc:sldMk cId="0" sldId="276"/>
            <ac:spMk id="2" creationId="{B2BF249C-91D0-D3A4-7B59-1C90BE08FF7F}"/>
          </ac:spMkLst>
        </pc:spChg>
        <pc:spChg chg="mod">
          <ac:chgData name="Utilizador Convidado" userId="S::urn:spo:anon#7fe97e763a81c805ecbdc3d227101cef9607a297d190ae8b53a75040c30c958e::" providerId="AD" clId="Web-{98FA4C26-1671-E4C5-BBAF-6BD1148B6275}" dt="2024-06-03T01:19:29.658" v="21" actId="20577"/>
          <ac:spMkLst>
            <pc:docMk/>
            <pc:sldMk cId="0" sldId="276"/>
            <ac:spMk id="870" creationId="{00000000-0000-0000-0000-000000000000}"/>
          </ac:spMkLst>
        </pc:spChg>
        <pc:picChg chg="ord">
          <ac:chgData name="Utilizador Convidado" userId="S::urn:spo:anon#7fe97e763a81c805ecbdc3d227101cef9607a297d190ae8b53a75040c30c958e::" providerId="AD" clId="Web-{98FA4C26-1671-E4C5-BBAF-6BD1148B6275}" dt="2024-06-03T01:20:33.019" v="69"/>
          <ac:picMkLst>
            <pc:docMk/>
            <pc:sldMk cId="0" sldId="276"/>
            <ac:picMk id="5" creationId="{8C5B103D-E141-35BE-A648-ABB4FB46A594}"/>
          </ac:picMkLst>
        </pc:picChg>
      </pc:sldChg>
      <pc:sldChg chg="delSp modSp">
        <pc:chgData name="Utilizador Convidado" userId="S::urn:spo:anon#7fe97e763a81c805ecbdc3d227101cef9607a297d190ae8b53a75040c30c958e::" providerId="AD" clId="Web-{98FA4C26-1671-E4C5-BBAF-6BD1148B6275}" dt="2024-06-03T01:33:46.230" v="474" actId="14100"/>
        <pc:sldMkLst>
          <pc:docMk/>
          <pc:sldMk cId="1164156451" sldId="290"/>
        </pc:sldMkLst>
        <pc:spChg chg="del">
          <ac:chgData name="Utilizador Convidado" userId="S::urn:spo:anon#7fe97e763a81c805ecbdc3d227101cef9607a297d190ae8b53a75040c30c958e::" providerId="AD" clId="Web-{98FA4C26-1671-E4C5-BBAF-6BD1148B6275}" dt="2024-06-03T01:24:35.170" v="296"/>
          <ac:spMkLst>
            <pc:docMk/>
            <pc:sldMk cId="1164156451" sldId="290"/>
            <ac:spMk id="2" creationId="{B2BF249C-91D0-D3A4-7B59-1C90BE08FF7F}"/>
          </ac:spMkLst>
        </pc:spChg>
        <pc:spChg chg="mod">
          <ac:chgData name="Utilizador Convidado" userId="S::urn:spo:anon#7fe97e763a81c805ecbdc3d227101cef9607a297d190ae8b53a75040c30c958e::" providerId="AD" clId="Web-{98FA4C26-1671-E4C5-BBAF-6BD1148B6275}" dt="2024-06-03T01:30:12.717" v="469" actId="1076"/>
          <ac:spMkLst>
            <pc:docMk/>
            <pc:sldMk cId="1164156451" sldId="290"/>
            <ac:spMk id="6" creationId="{05EEEAE0-8820-C43C-0AE8-4F50E8422F94}"/>
          </ac:spMkLst>
        </pc:spChg>
        <pc:spChg chg="mod">
          <ac:chgData name="Utilizador Convidado" userId="S::urn:spo:anon#7fe97e763a81c805ecbdc3d227101cef9607a297d190ae8b53a75040c30c958e::" providerId="AD" clId="Web-{98FA4C26-1671-E4C5-BBAF-6BD1148B6275}" dt="2024-06-03T01:30:17.889" v="471" actId="1076"/>
          <ac:spMkLst>
            <pc:docMk/>
            <pc:sldMk cId="1164156451" sldId="290"/>
            <ac:spMk id="9" creationId="{D84CCFB1-A546-2466-314E-4A74CDC97D7D}"/>
          </ac:spMkLst>
        </pc:spChg>
        <pc:spChg chg="mod">
          <ac:chgData name="Utilizador Convidado" userId="S::urn:spo:anon#7fe97e763a81c805ecbdc3d227101cef9607a297d190ae8b53a75040c30c958e::" providerId="AD" clId="Web-{98FA4C26-1671-E4C5-BBAF-6BD1148B6275}" dt="2024-06-03T01:30:12.717" v="470" actId="1076"/>
          <ac:spMkLst>
            <pc:docMk/>
            <pc:sldMk cId="1164156451" sldId="290"/>
            <ac:spMk id="14" creationId="{CE27337C-2BDF-5D3B-90B2-5F2AB854FD42}"/>
          </ac:spMkLst>
        </pc:spChg>
        <pc:spChg chg="mod">
          <ac:chgData name="Utilizador Convidado" userId="S::urn:spo:anon#7fe97e763a81c805ecbdc3d227101cef9607a297d190ae8b53a75040c30c958e::" providerId="AD" clId="Web-{98FA4C26-1671-E4C5-BBAF-6BD1148B6275}" dt="2024-06-03T01:30:17.904" v="472" actId="1076"/>
          <ac:spMkLst>
            <pc:docMk/>
            <pc:sldMk cId="1164156451" sldId="290"/>
            <ac:spMk id="16" creationId="{1A6CB4AD-C607-0F23-5DD8-D272FB5CC064}"/>
          </ac:spMkLst>
        </pc:spChg>
        <pc:spChg chg="mod">
          <ac:chgData name="Utilizador Convidado" userId="S::urn:spo:anon#7fe97e763a81c805ecbdc3d227101cef9607a297d190ae8b53a75040c30c958e::" providerId="AD" clId="Web-{98FA4C26-1671-E4C5-BBAF-6BD1148B6275}" dt="2024-06-03T01:30:06.201" v="468" actId="1076"/>
          <ac:spMkLst>
            <pc:docMk/>
            <pc:sldMk cId="1164156451" sldId="290"/>
            <ac:spMk id="870" creationId="{00000000-0000-0000-0000-000000000000}"/>
          </ac:spMkLst>
        </pc:spChg>
        <pc:picChg chg="del">
          <ac:chgData name="Utilizador Convidado" userId="S::urn:spo:anon#7fe97e763a81c805ecbdc3d227101cef9607a297d190ae8b53a75040c30c958e::" providerId="AD" clId="Web-{98FA4C26-1671-E4C5-BBAF-6BD1148B6275}" dt="2024-06-03T01:22:45.197" v="260"/>
          <ac:picMkLst>
            <pc:docMk/>
            <pc:sldMk cId="1164156451" sldId="290"/>
            <ac:picMk id="11" creationId="{DDD70825-D90F-7E54-7BF3-799D5609D672}"/>
          </ac:picMkLst>
        </pc:picChg>
        <pc:picChg chg="mod">
          <ac:chgData name="Utilizador Convidado" userId="S::urn:spo:anon#7fe97e763a81c805ecbdc3d227101cef9607a297d190ae8b53a75040c30c958e::" providerId="AD" clId="Web-{98FA4C26-1671-E4C5-BBAF-6BD1148B6275}" dt="2024-06-03T01:33:46.230" v="474" actId="14100"/>
          <ac:picMkLst>
            <pc:docMk/>
            <pc:sldMk cId="1164156451" sldId="290"/>
            <ac:picMk id="13" creationId="{F54633D0-1020-D44A-7C77-ED3511A88093}"/>
          </ac:picMkLst>
        </pc:picChg>
      </pc:sldChg>
      <pc:sldChg chg="modSp">
        <pc:chgData name="Utilizador Convidado" userId="S::urn:spo:anon#7fe97e763a81c805ecbdc3d227101cef9607a297d190ae8b53a75040c30c958e::" providerId="AD" clId="Web-{98FA4C26-1671-E4C5-BBAF-6BD1148B6275}" dt="2024-06-03T02:25:46.931" v="519" actId="20577"/>
        <pc:sldMkLst>
          <pc:docMk/>
          <pc:sldMk cId="223470611" sldId="291"/>
        </pc:sldMkLst>
        <pc:spChg chg="mod">
          <ac:chgData name="Utilizador Convidado" userId="S::urn:spo:anon#7fe97e763a81c805ecbdc3d227101cef9607a297d190ae8b53a75040c30c958e::" providerId="AD" clId="Web-{98FA4C26-1671-E4C5-BBAF-6BD1148B6275}" dt="2024-06-03T02:25:46.931" v="519" actId="20577"/>
          <ac:spMkLst>
            <pc:docMk/>
            <pc:sldMk cId="223470611" sldId="291"/>
            <ac:spMk id="870" creationId="{00000000-0000-0000-0000-000000000000}"/>
          </ac:spMkLst>
        </pc:spChg>
      </pc:sldChg>
      <pc:sldChg chg="addSp delSp modSp">
        <pc:chgData name="Utilizador Convidado" userId="S::urn:spo:anon#7fe97e763a81c805ecbdc3d227101cef9607a297d190ae8b53a75040c30c958e::" providerId="AD" clId="Web-{98FA4C26-1671-E4C5-BBAF-6BD1148B6275}" dt="2024-06-03T03:38:13.617" v="800" actId="1076"/>
        <pc:sldMkLst>
          <pc:docMk/>
          <pc:sldMk cId="1105684444" sldId="296"/>
        </pc:sldMkLst>
        <pc:spChg chg="mod">
          <ac:chgData name="Utilizador Convidado" userId="S::urn:spo:anon#7fe97e763a81c805ecbdc3d227101cef9607a297d190ae8b53a75040c30c958e::" providerId="AD" clId="Web-{98FA4C26-1671-E4C5-BBAF-6BD1148B6275}" dt="2024-06-03T02:50:21.852" v="573" actId="20577"/>
          <ac:spMkLst>
            <pc:docMk/>
            <pc:sldMk cId="1105684444" sldId="296"/>
            <ac:spMk id="2" creationId="{9A70F5D5-ADEF-5422-FAAE-1245DAD8C451}"/>
          </ac:spMkLst>
        </pc:spChg>
        <pc:spChg chg="add mod">
          <ac:chgData name="Utilizador Convidado" userId="S::urn:spo:anon#7fe97e763a81c805ecbdc3d227101cef9607a297d190ae8b53a75040c30c958e::" providerId="AD" clId="Web-{98FA4C26-1671-E4C5-BBAF-6BD1148B6275}" dt="2024-06-03T03:37:56.898" v="796" actId="1076"/>
          <ac:spMkLst>
            <pc:docMk/>
            <pc:sldMk cId="1105684444" sldId="296"/>
            <ac:spMk id="3" creationId="{982ECCA6-F34D-A963-F404-7641F19236F2}"/>
          </ac:spMkLst>
        </pc:spChg>
        <pc:spChg chg="add del mod">
          <ac:chgData name="Utilizador Convidado" userId="S::urn:spo:anon#7fe97e763a81c805ecbdc3d227101cef9607a297d190ae8b53a75040c30c958e::" providerId="AD" clId="Web-{98FA4C26-1671-E4C5-BBAF-6BD1148B6275}" dt="2024-06-03T03:34:09.200" v="729"/>
          <ac:spMkLst>
            <pc:docMk/>
            <pc:sldMk cId="1105684444" sldId="296"/>
            <ac:spMk id="5" creationId="{5A8C72C9-92CF-056C-EF4E-FE6EB6DF707C}"/>
          </ac:spMkLst>
        </pc:spChg>
        <pc:spChg chg="del mod">
          <ac:chgData name="Utilizador Convidado" userId="S::urn:spo:anon#7fe97e763a81c805ecbdc3d227101cef9607a297d190ae8b53a75040c30c958e::" providerId="AD" clId="Web-{98FA4C26-1671-E4C5-BBAF-6BD1148B6275}" dt="2024-06-03T02:49:37.366" v="528"/>
          <ac:spMkLst>
            <pc:docMk/>
            <pc:sldMk cId="1105684444" sldId="296"/>
            <ac:spMk id="5" creationId="{C0578A3D-ECFB-90DE-74E8-7F5960F1FD91}"/>
          </ac:spMkLst>
        </pc:spChg>
        <pc:spChg chg="del">
          <ac:chgData name="Utilizador Convidado" userId="S::urn:spo:anon#7fe97e763a81c805ecbdc3d227101cef9607a297d190ae8b53a75040c30c958e::" providerId="AD" clId="Web-{98FA4C26-1671-E4C5-BBAF-6BD1148B6275}" dt="2024-06-03T02:49:37.366" v="532"/>
          <ac:spMkLst>
            <pc:docMk/>
            <pc:sldMk cId="1105684444" sldId="296"/>
            <ac:spMk id="7" creationId="{EA2CBA24-8575-CDCD-04A2-34B72FB2B9F5}"/>
          </ac:spMkLst>
        </pc:spChg>
        <pc:spChg chg="add del mod">
          <ac:chgData name="Utilizador Convidado" userId="S::urn:spo:anon#7fe97e763a81c805ecbdc3d227101cef9607a297d190ae8b53a75040c30c958e::" providerId="AD" clId="Web-{98FA4C26-1671-E4C5-BBAF-6BD1148B6275}" dt="2024-06-03T03:34:08.622" v="728"/>
          <ac:spMkLst>
            <pc:docMk/>
            <pc:sldMk cId="1105684444" sldId="296"/>
            <ac:spMk id="7" creationId="{F8CF6619-DA10-D136-5F63-23C09EC9B480}"/>
          </ac:spMkLst>
        </pc:spChg>
        <pc:spChg chg="add mod">
          <ac:chgData name="Utilizador Convidado" userId="S::urn:spo:anon#7fe97e763a81c805ecbdc3d227101cef9607a297d190ae8b53a75040c30c958e::" providerId="AD" clId="Web-{98FA4C26-1671-E4C5-BBAF-6BD1148B6275}" dt="2024-06-03T03:38:06.054" v="799" actId="1076"/>
          <ac:spMkLst>
            <pc:docMk/>
            <pc:sldMk cId="1105684444" sldId="296"/>
            <ac:spMk id="8" creationId="{36DAEBDA-0CCB-158A-9946-71DA2B746F26}"/>
          </ac:spMkLst>
        </pc:spChg>
        <pc:spChg chg="del">
          <ac:chgData name="Utilizador Convidado" userId="S::urn:spo:anon#7fe97e763a81c805ecbdc3d227101cef9607a297d190ae8b53a75040c30c958e::" providerId="AD" clId="Web-{98FA4C26-1671-E4C5-BBAF-6BD1148B6275}" dt="2024-06-03T02:49:37.366" v="531"/>
          <ac:spMkLst>
            <pc:docMk/>
            <pc:sldMk cId="1105684444" sldId="296"/>
            <ac:spMk id="8" creationId="{A9E69BA7-1538-08E9-41DC-FB7E2E9BFBCC}"/>
          </ac:spMkLst>
        </pc:spChg>
        <pc:spChg chg="add mod">
          <ac:chgData name="Utilizador Convidado" userId="S::urn:spo:anon#7fe97e763a81c805ecbdc3d227101cef9607a297d190ae8b53a75040c30c958e::" providerId="AD" clId="Web-{98FA4C26-1671-E4C5-BBAF-6BD1148B6275}" dt="2024-06-03T03:37:56.882" v="795" actId="1076"/>
          <ac:spMkLst>
            <pc:docMk/>
            <pc:sldMk cId="1105684444" sldId="296"/>
            <ac:spMk id="9" creationId="{152619B7-25D5-F006-F776-CDBDC3B42DCB}"/>
          </ac:spMkLst>
        </pc:spChg>
        <pc:spChg chg="add mod">
          <ac:chgData name="Utilizador Convidado" userId="S::urn:spo:anon#7fe97e763a81c805ecbdc3d227101cef9607a297d190ae8b53a75040c30c958e::" providerId="AD" clId="Web-{98FA4C26-1671-E4C5-BBAF-6BD1148B6275}" dt="2024-06-03T03:38:13.617" v="800" actId="1076"/>
          <ac:spMkLst>
            <pc:docMk/>
            <pc:sldMk cId="1105684444" sldId="296"/>
            <ac:spMk id="10" creationId="{FE0AC750-FE12-6C3F-B7BF-7CB8CF6630BA}"/>
          </ac:spMkLst>
        </pc:spChg>
        <pc:spChg chg="del mod">
          <ac:chgData name="Utilizador Convidado" userId="S::urn:spo:anon#7fe97e763a81c805ecbdc3d227101cef9607a297d190ae8b53a75040c30c958e::" providerId="AD" clId="Web-{98FA4C26-1671-E4C5-BBAF-6BD1148B6275}" dt="2024-06-03T02:49:41.574" v="539"/>
          <ac:spMkLst>
            <pc:docMk/>
            <pc:sldMk cId="1105684444" sldId="296"/>
            <ac:spMk id="12" creationId="{E6383C33-F3B0-9E00-7D43-0171AEE5139D}"/>
          </ac:spMkLst>
        </pc:spChg>
        <pc:spChg chg="del">
          <ac:chgData name="Utilizador Convidado" userId="S::urn:spo:anon#7fe97e763a81c805ecbdc3d227101cef9607a297d190ae8b53a75040c30c958e::" providerId="AD" clId="Web-{98FA4C26-1671-E4C5-BBAF-6BD1148B6275}" dt="2024-06-03T02:49:37.366" v="529"/>
          <ac:spMkLst>
            <pc:docMk/>
            <pc:sldMk cId="1105684444" sldId="296"/>
            <ac:spMk id="14" creationId="{C39D3558-9055-54C8-906B-700BC3A8CDC7}"/>
          </ac:spMkLst>
        </pc:spChg>
        <pc:picChg chg="add del mod">
          <ac:chgData name="Utilizador Convidado" userId="S::urn:spo:anon#7fe97e763a81c805ecbdc3d227101cef9607a297d190ae8b53a75040c30c958e::" providerId="AD" clId="Web-{98FA4C26-1671-E4C5-BBAF-6BD1148B6275}" dt="2024-06-03T02:49:24.678" v="525"/>
          <ac:picMkLst>
            <pc:docMk/>
            <pc:sldMk cId="1105684444" sldId="296"/>
            <ac:picMk id="3" creationId="{CD63FAFA-7D3B-70BE-4C26-C6F8D9F076E0}"/>
          </ac:picMkLst>
        </pc:picChg>
        <pc:picChg chg="add del mod">
          <ac:chgData name="Utilizador Convidado" userId="S::urn:spo:anon#7fe97e763a81c805ecbdc3d227101cef9607a297d190ae8b53a75040c30c958e::" providerId="AD" clId="Web-{98FA4C26-1671-E4C5-BBAF-6BD1148B6275}" dt="2024-06-03T02:49:37.351" v="527"/>
          <ac:picMkLst>
            <pc:docMk/>
            <pc:sldMk cId="1105684444" sldId="296"/>
            <ac:picMk id="4" creationId="{52050709-6B5E-0BF1-D668-36020F87E02E}"/>
          </ac:picMkLst>
        </pc:picChg>
        <pc:picChg chg="add del mod">
          <ac:chgData name="Utilizador Convidado" userId="S::urn:spo:anon#7fe97e763a81c805ecbdc3d227101cef9607a297d190ae8b53a75040c30c958e::" providerId="AD" clId="Web-{98FA4C26-1671-E4C5-BBAF-6BD1148B6275}" dt="2024-06-03T03:34:09.200" v="730"/>
          <ac:picMkLst>
            <pc:docMk/>
            <pc:sldMk cId="1105684444" sldId="296"/>
            <ac:picMk id="4" creationId="{DC139874-891B-39D4-12C0-3E3CA2CD86D4}"/>
          </ac:picMkLst>
        </pc:picChg>
        <pc:picChg chg="add mod">
          <ac:chgData name="Utilizador Convidado" userId="S::urn:spo:anon#7fe97e763a81c805ecbdc3d227101cef9607a297d190ae8b53a75040c30c958e::" providerId="AD" clId="Web-{98FA4C26-1671-E4C5-BBAF-6BD1148B6275}" dt="2024-06-03T03:37:56.882" v="794" actId="1076"/>
          <ac:picMkLst>
            <pc:docMk/>
            <pc:sldMk cId="1105684444" sldId="296"/>
            <ac:picMk id="6" creationId="{CB3664FF-9A89-4B8E-7F21-1ED90BCD5D6E}"/>
          </ac:picMkLst>
        </pc:picChg>
        <pc:picChg chg="del">
          <ac:chgData name="Utilizador Convidado" userId="S::urn:spo:anon#7fe97e763a81c805ecbdc3d227101cef9607a297d190ae8b53a75040c30c958e::" providerId="AD" clId="Web-{98FA4C26-1671-E4C5-BBAF-6BD1148B6275}" dt="2024-06-03T02:49:37.366" v="530"/>
          <ac:picMkLst>
            <pc:docMk/>
            <pc:sldMk cId="1105684444" sldId="296"/>
            <ac:picMk id="10" creationId="{F138DF3E-8033-F752-291A-F867B4A8C25F}"/>
          </ac:picMkLst>
        </pc:picChg>
      </pc:sldChg>
      <pc:sldChg chg="ord">
        <pc:chgData name="Utilizador Convidado" userId="S::urn:spo:anon#7fe97e763a81c805ecbdc3d227101cef9607a297d190ae8b53a75040c30c958e::" providerId="AD" clId="Web-{98FA4C26-1671-E4C5-BBAF-6BD1148B6275}" dt="2024-06-03T01:40:23.976" v="475"/>
        <pc:sldMkLst>
          <pc:docMk/>
          <pc:sldMk cId="788852855" sldId="302"/>
        </pc:sldMkLst>
      </pc:sldChg>
      <pc:sldChg chg="addSp modSp new">
        <pc:chgData name="Utilizador Convidado" userId="S::urn:spo:anon#7fe97e763a81c805ecbdc3d227101cef9607a297d190ae8b53a75040c30c958e::" providerId="AD" clId="Web-{98FA4C26-1671-E4C5-BBAF-6BD1148B6275}" dt="2024-06-03T03:45:41.434" v="901" actId="1076"/>
        <pc:sldMkLst>
          <pc:docMk/>
          <pc:sldMk cId="3324689350" sldId="304"/>
        </pc:sldMkLst>
        <pc:spChg chg="mod">
          <ac:chgData name="Utilizador Convidado" userId="S::urn:spo:anon#7fe97e763a81c805ecbdc3d227101cef9607a297d190ae8b53a75040c30c958e::" providerId="AD" clId="Web-{98FA4C26-1671-E4C5-BBAF-6BD1148B6275}" dt="2024-06-03T03:38:55.305" v="804" actId="20577"/>
          <ac:spMkLst>
            <pc:docMk/>
            <pc:sldMk cId="3324689350" sldId="304"/>
            <ac:spMk id="2" creationId="{270C027C-18B7-14B2-0D95-2E3F59E3BBC8}"/>
          </ac:spMkLst>
        </pc:spChg>
        <pc:spChg chg="add mod">
          <ac:chgData name="Utilizador Convidado" userId="S::urn:spo:anon#7fe97e763a81c805ecbdc3d227101cef9607a297d190ae8b53a75040c30c958e::" providerId="AD" clId="Web-{98FA4C26-1671-E4C5-BBAF-6BD1148B6275}" dt="2024-06-03T03:45:41.434" v="901" actId="1076"/>
          <ac:spMkLst>
            <pc:docMk/>
            <pc:sldMk cId="3324689350" sldId="304"/>
            <ac:spMk id="3" creationId="{6BE95C7B-EAAE-69C0-50A8-04881580C195}"/>
          </ac:spMkLst>
        </pc:spChg>
      </pc:sldChg>
    </pc:docChg>
  </pc:docChgLst>
  <pc:docChgLst>
    <pc:chgData name="Rúben Franco" userId="S::rrfranco@ua.pt::a0ed9411-83f7-41c5-8f13-313b6bcd7ecf" providerId="AD" clId="Web-{752EE6F7-8D2F-E264-E867-B5FE33931F61}"/>
    <pc:docChg chg="addSld delSld modSld sldOrd">
      <pc:chgData name="Rúben Franco" userId="S::rrfranco@ua.pt::a0ed9411-83f7-41c5-8f13-313b6bcd7ecf" providerId="AD" clId="Web-{752EE6F7-8D2F-E264-E867-B5FE33931F61}" dt="2024-05-20T15:57:11.962" v="755"/>
      <pc:docMkLst>
        <pc:docMk/>
      </pc:docMkLst>
      <pc:sldChg chg="modSp">
        <pc:chgData name="Rúben Franco" userId="S::rrfranco@ua.pt::a0ed9411-83f7-41c5-8f13-313b6bcd7ecf" providerId="AD" clId="Web-{752EE6F7-8D2F-E264-E867-B5FE33931F61}" dt="2024-05-20T15:16:07.853" v="154" actId="20577"/>
        <pc:sldMkLst>
          <pc:docMk/>
          <pc:sldMk cId="1164156451" sldId="290"/>
        </pc:sldMkLst>
        <pc:spChg chg="mod">
          <ac:chgData name="Rúben Franco" userId="S::rrfranco@ua.pt::a0ed9411-83f7-41c5-8f13-313b6bcd7ecf" providerId="AD" clId="Web-{752EE6F7-8D2F-E264-E867-B5FE33931F61}" dt="2024-05-20T12:49:32.995" v="0" actId="20577"/>
          <ac:spMkLst>
            <pc:docMk/>
            <pc:sldMk cId="1164156451" sldId="290"/>
            <ac:spMk id="16" creationId="{1A6CB4AD-C607-0F23-5DD8-D272FB5CC064}"/>
          </ac:spMkLst>
        </pc:spChg>
        <pc:spChg chg="mod">
          <ac:chgData name="Rúben Franco" userId="S::rrfranco@ua.pt::a0ed9411-83f7-41c5-8f13-313b6bcd7ecf" providerId="AD" clId="Web-{752EE6F7-8D2F-E264-E867-B5FE33931F61}" dt="2024-05-20T15:16:07.853" v="154" actId="20577"/>
          <ac:spMkLst>
            <pc:docMk/>
            <pc:sldMk cId="1164156451" sldId="290"/>
            <ac:spMk id="870" creationId="{00000000-0000-0000-0000-000000000000}"/>
          </ac:spMkLst>
        </pc:spChg>
      </pc:sldChg>
      <pc:sldChg chg="modSp">
        <pc:chgData name="Rúben Franco" userId="S::rrfranco@ua.pt::a0ed9411-83f7-41c5-8f13-313b6bcd7ecf" providerId="AD" clId="Web-{752EE6F7-8D2F-E264-E867-B5FE33931F61}" dt="2024-05-20T15:28:59.147" v="181" actId="20577"/>
        <pc:sldMkLst>
          <pc:docMk/>
          <pc:sldMk cId="223470611" sldId="291"/>
        </pc:sldMkLst>
        <pc:spChg chg="mod">
          <ac:chgData name="Rúben Franco" userId="S::rrfranco@ua.pt::a0ed9411-83f7-41c5-8f13-313b6bcd7ecf" providerId="AD" clId="Web-{752EE6F7-8D2F-E264-E867-B5FE33931F61}" dt="2024-05-20T15:28:59.147" v="181" actId="20577"/>
          <ac:spMkLst>
            <pc:docMk/>
            <pc:sldMk cId="223470611" sldId="291"/>
            <ac:spMk id="3" creationId="{B758D523-E1E0-0AFF-62AC-F6B09590837D}"/>
          </ac:spMkLst>
        </pc:spChg>
      </pc:sldChg>
      <pc:sldChg chg="modSp">
        <pc:chgData name="Rúben Franco" userId="S::rrfranco@ua.pt::a0ed9411-83f7-41c5-8f13-313b6bcd7ecf" providerId="AD" clId="Web-{752EE6F7-8D2F-E264-E867-B5FE33931F61}" dt="2024-05-20T15:16:15.306" v="155" actId="20577"/>
        <pc:sldMkLst>
          <pc:docMk/>
          <pc:sldMk cId="1105684444" sldId="296"/>
        </pc:sldMkLst>
        <pc:spChg chg="mod">
          <ac:chgData name="Rúben Franco" userId="S::rrfranco@ua.pt::a0ed9411-83f7-41c5-8f13-313b6bcd7ecf" providerId="AD" clId="Web-{752EE6F7-8D2F-E264-E867-B5FE33931F61}" dt="2024-05-20T15:16:15.306" v="155" actId="20577"/>
          <ac:spMkLst>
            <pc:docMk/>
            <pc:sldMk cId="1105684444" sldId="296"/>
            <ac:spMk id="2" creationId="{9A70F5D5-ADEF-5422-FAAE-1245DAD8C451}"/>
          </ac:spMkLst>
        </pc:spChg>
      </pc:sldChg>
      <pc:sldChg chg="addSp delSp modSp">
        <pc:chgData name="Rúben Franco" userId="S::rrfranco@ua.pt::a0ed9411-83f7-41c5-8f13-313b6bcd7ecf" providerId="AD" clId="Web-{752EE6F7-8D2F-E264-E867-B5FE33931F61}" dt="2024-05-20T15:54:45.613" v="753" actId="20577"/>
        <pc:sldMkLst>
          <pc:docMk/>
          <pc:sldMk cId="2426572033" sldId="297"/>
        </pc:sldMkLst>
        <pc:spChg chg="mod">
          <ac:chgData name="Rúben Franco" userId="S::rrfranco@ua.pt::a0ed9411-83f7-41c5-8f13-313b6bcd7ecf" providerId="AD" clId="Web-{752EE6F7-8D2F-E264-E867-B5FE33931F61}" dt="2024-05-20T15:40:07.597" v="456" actId="20577"/>
          <ac:spMkLst>
            <pc:docMk/>
            <pc:sldMk cId="2426572033" sldId="297"/>
            <ac:spMk id="2" creationId="{EFBC85A3-905D-E80A-4256-6562734109D1}"/>
          </ac:spMkLst>
        </pc:spChg>
        <pc:spChg chg="mod">
          <ac:chgData name="Rúben Franco" userId="S::rrfranco@ua.pt::a0ed9411-83f7-41c5-8f13-313b6bcd7ecf" providerId="AD" clId="Web-{752EE6F7-8D2F-E264-E867-B5FE33931F61}" dt="2024-05-20T15:54:45.613" v="753" actId="20577"/>
          <ac:spMkLst>
            <pc:docMk/>
            <pc:sldMk cId="2426572033" sldId="297"/>
            <ac:spMk id="3" creationId="{86938921-5CDE-A017-35E3-F3D0C442EFEE}"/>
          </ac:spMkLst>
        </pc:spChg>
        <pc:picChg chg="del">
          <ac:chgData name="Rúben Franco" userId="S::rrfranco@ua.pt::a0ed9411-83f7-41c5-8f13-313b6bcd7ecf" providerId="AD" clId="Web-{752EE6F7-8D2F-E264-E867-B5FE33931F61}" dt="2024-05-20T15:40:42.020" v="462"/>
          <ac:picMkLst>
            <pc:docMk/>
            <pc:sldMk cId="2426572033" sldId="297"/>
            <ac:picMk id="4" creationId="{68E28078-4FB6-D537-5805-E7007730E110}"/>
          </ac:picMkLst>
        </pc:picChg>
        <pc:picChg chg="add mod">
          <ac:chgData name="Rúben Franco" userId="S::rrfranco@ua.pt::a0ed9411-83f7-41c5-8f13-313b6bcd7ecf" providerId="AD" clId="Web-{752EE6F7-8D2F-E264-E867-B5FE33931F61}" dt="2024-05-20T15:53:12.031" v="493" actId="1076"/>
          <ac:picMkLst>
            <pc:docMk/>
            <pc:sldMk cId="2426572033" sldId="297"/>
            <ac:picMk id="5" creationId="{71FCA84B-2FFA-37B5-7F5C-B4549D08365E}"/>
          </ac:picMkLst>
        </pc:picChg>
      </pc:sldChg>
      <pc:sldChg chg="addSp delSp modSp ord">
        <pc:chgData name="Rúben Franco" userId="S::rrfranco@ua.pt::a0ed9411-83f7-41c5-8f13-313b6bcd7ecf" providerId="AD" clId="Web-{752EE6F7-8D2F-E264-E867-B5FE33931F61}" dt="2024-05-20T14:34:38.237" v="150" actId="1076"/>
        <pc:sldMkLst>
          <pc:docMk/>
          <pc:sldMk cId="788852855" sldId="302"/>
        </pc:sldMkLst>
        <pc:spChg chg="mod">
          <ac:chgData name="Rúben Franco" userId="S::rrfranco@ua.pt::a0ed9411-83f7-41c5-8f13-313b6bcd7ecf" providerId="AD" clId="Web-{752EE6F7-8D2F-E264-E867-B5FE33931F61}" dt="2024-05-20T14:33:11.031" v="129" actId="20577"/>
          <ac:spMkLst>
            <pc:docMk/>
            <pc:sldMk cId="788852855" sldId="302"/>
            <ac:spMk id="3" creationId="{3A6030DE-B7DF-0AF3-960E-7B43FC9935CD}"/>
          </ac:spMkLst>
        </pc:spChg>
        <pc:picChg chg="add del mod">
          <ac:chgData name="Rúben Franco" userId="S::rrfranco@ua.pt::a0ed9411-83f7-41c5-8f13-313b6bcd7ecf" providerId="AD" clId="Web-{752EE6F7-8D2F-E264-E867-B5FE33931F61}" dt="2024-05-20T12:55:28.178" v="6"/>
          <ac:picMkLst>
            <pc:docMk/>
            <pc:sldMk cId="788852855" sldId="302"/>
            <ac:picMk id="4" creationId="{C82C6734-0984-6ABF-58D2-2539E01C3D12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09.111" v="140" actId="1076"/>
          <ac:picMkLst>
            <pc:docMk/>
            <pc:sldMk cId="788852855" sldId="302"/>
            <ac:picMk id="4" creationId="{E37E53C3-F062-A191-8292-45D4A85A6B74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11.049" v="141" actId="1076"/>
          <ac:picMkLst>
            <pc:docMk/>
            <pc:sldMk cId="788852855" sldId="302"/>
            <ac:picMk id="5" creationId="{DD1B3844-22BA-DBF2-E862-31EBA81E595A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15.299" v="142" actId="1076"/>
          <ac:picMkLst>
            <pc:docMk/>
            <pc:sldMk cId="788852855" sldId="302"/>
            <ac:picMk id="6" creationId="{4F15740D-8E61-AE56-E97F-160DAD3D7E49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38.237" v="150" actId="1076"/>
          <ac:picMkLst>
            <pc:docMk/>
            <pc:sldMk cId="788852855" sldId="302"/>
            <ac:picMk id="7" creationId="{CA326738-8D23-A2CB-D9F6-10E6BCD51325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24.627" v="145" actId="1076"/>
          <ac:picMkLst>
            <pc:docMk/>
            <pc:sldMk cId="788852855" sldId="302"/>
            <ac:picMk id="8" creationId="{A36499BD-9D0B-A886-E712-DE6A6B59EE7B}"/>
          </ac:picMkLst>
        </pc:picChg>
      </pc:sldChg>
      <pc:sldChg chg="addSp modSp new ord">
        <pc:chgData name="Rúben Franco" userId="S::rrfranco@ua.pt::a0ed9411-83f7-41c5-8f13-313b6bcd7ecf" providerId="AD" clId="Web-{752EE6F7-8D2F-E264-E867-B5FE33931F61}" dt="2024-05-20T15:41:08.490" v="476" actId="20577"/>
        <pc:sldMkLst>
          <pc:docMk/>
          <pc:sldMk cId="1644690430" sldId="303"/>
        </pc:sldMkLst>
        <pc:spChg chg="mod">
          <ac:chgData name="Rúben Franco" userId="S::rrfranco@ua.pt::a0ed9411-83f7-41c5-8f13-313b6bcd7ecf" providerId="AD" clId="Web-{752EE6F7-8D2F-E264-E867-B5FE33931F61}" dt="2024-05-20T15:29:14.164" v="200" actId="20577"/>
          <ac:spMkLst>
            <pc:docMk/>
            <pc:sldMk cId="1644690430" sldId="303"/>
            <ac:spMk id="2" creationId="{03BEECCF-F967-FE29-13CF-7421720D1179}"/>
          </ac:spMkLst>
        </pc:spChg>
        <pc:spChg chg="mod">
          <ac:chgData name="Rúben Franco" userId="S::rrfranco@ua.pt::a0ed9411-83f7-41c5-8f13-313b6bcd7ecf" providerId="AD" clId="Web-{752EE6F7-8D2F-E264-E867-B5FE33931F61}" dt="2024-05-20T15:41:08.490" v="476" actId="20577"/>
          <ac:spMkLst>
            <pc:docMk/>
            <pc:sldMk cId="1644690430" sldId="303"/>
            <ac:spMk id="3" creationId="{53C88E83-FB31-9C41-04F7-18B5899BB1DC}"/>
          </ac:spMkLst>
        </pc:spChg>
        <pc:picChg chg="add mod">
          <ac:chgData name="Rúben Franco" userId="S::rrfranco@ua.pt::a0ed9411-83f7-41c5-8f13-313b6bcd7ecf" providerId="AD" clId="Web-{752EE6F7-8D2F-E264-E867-B5FE33931F61}" dt="2024-05-20T15:40:51.255" v="466" actId="1076"/>
          <ac:picMkLst>
            <pc:docMk/>
            <pc:sldMk cId="1644690430" sldId="303"/>
            <ac:picMk id="4" creationId="{DF98391B-65BA-82AC-965B-02381153ECE7}"/>
          </ac:picMkLst>
        </pc:picChg>
      </pc:sldChg>
      <pc:sldChg chg="new del">
        <pc:chgData name="Rúben Franco" userId="S::rrfranco@ua.pt::a0ed9411-83f7-41c5-8f13-313b6bcd7ecf" providerId="AD" clId="Web-{752EE6F7-8D2F-E264-E867-B5FE33931F61}" dt="2024-05-20T15:57:11.962" v="755"/>
        <pc:sldMkLst>
          <pc:docMk/>
          <pc:sldMk cId="2231520866" sldId="304"/>
        </pc:sldMkLst>
      </pc:sldChg>
    </pc:docChg>
  </pc:docChgLst>
  <pc:docChgLst>
    <pc:chgData name="Rúben Franco" userId="S::rrfranco@ua.pt::a0ed9411-83f7-41c5-8f13-313b6bcd7ecf" providerId="AD" clId="Web-{57951AB2-F7D4-0082-5D09-08BA202E6DDE}"/>
    <pc:docChg chg="modSld">
      <pc:chgData name="Rúben Franco" userId="S::rrfranco@ua.pt::a0ed9411-83f7-41c5-8f13-313b6bcd7ecf" providerId="AD" clId="Web-{57951AB2-F7D4-0082-5D09-08BA202E6DDE}" dt="2024-06-03T15:21:21.560" v="361" actId="20577"/>
      <pc:docMkLst>
        <pc:docMk/>
      </pc:docMkLst>
      <pc:sldChg chg="modSp">
        <pc:chgData name="Rúben Franco" userId="S::rrfranco@ua.pt::a0ed9411-83f7-41c5-8f13-313b6bcd7ecf" providerId="AD" clId="Web-{57951AB2-F7D4-0082-5D09-08BA202E6DDE}" dt="2024-06-03T15:17:59.569" v="333" actId="20577"/>
        <pc:sldMkLst>
          <pc:docMk/>
          <pc:sldMk cId="0" sldId="276"/>
        </pc:sldMkLst>
        <pc:spChg chg="mod">
          <ac:chgData name="Rúben Franco" userId="S::rrfranco@ua.pt::a0ed9411-83f7-41c5-8f13-313b6bcd7ecf" providerId="AD" clId="Web-{57951AB2-F7D4-0082-5D09-08BA202E6DDE}" dt="2024-06-03T15:17:59.569" v="333" actId="20577"/>
          <ac:spMkLst>
            <pc:docMk/>
            <pc:sldMk cId="0" sldId="276"/>
            <ac:spMk id="2" creationId="{B2BF249C-91D0-D3A4-7B59-1C90BE08FF7F}"/>
          </ac:spMkLst>
        </pc:spChg>
      </pc:sldChg>
      <pc:sldChg chg="modSp">
        <pc:chgData name="Rúben Franco" userId="S::rrfranco@ua.pt::a0ed9411-83f7-41c5-8f13-313b6bcd7ecf" providerId="AD" clId="Web-{57951AB2-F7D4-0082-5D09-08BA202E6DDE}" dt="2024-06-03T15:21:21.560" v="361" actId="20577"/>
        <pc:sldMkLst>
          <pc:docMk/>
          <pc:sldMk cId="3324689350" sldId="304"/>
        </pc:sldMkLst>
        <pc:spChg chg="mod">
          <ac:chgData name="Rúben Franco" userId="S::rrfranco@ua.pt::a0ed9411-83f7-41c5-8f13-313b6bcd7ecf" providerId="AD" clId="Web-{57951AB2-F7D4-0082-5D09-08BA202E6DDE}" dt="2024-06-03T15:21:21.560" v="361" actId="20577"/>
          <ac:spMkLst>
            <pc:docMk/>
            <pc:sldMk cId="3324689350" sldId="304"/>
            <ac:spMk id="4" creationId="{A4FC47CC-0B7B-133F-2FA6-F812ACEAE2A2}"/>
          </ac:spMkLst>
        </pc:spChg>
      </pc:sldChg>
      <pc:sldChg chg="delSp modSp">
        <pc:chgData name="Rúben Franco" userId="S::rrfranco@ua.pt::a0ed9411-83f7-41c5-8f13-313b6bcd7ecf" providerId="AD" clId="Web-{57951AB2-F7D4-0082-5D09-08BA202E6DDE}" dt="2024-06-03T14:44:42.515" v="31" actId="1076"/>
        <pc:sldMkLst>
          <pc:docMk/>
          <pc:sldMk cId="1060329516" sldId="305"/>
        </pc:sldMkLst>
        <pc:picChg chg="mod">
          <ac:chgData name="Rúben Franco" userId="S::rrfranco@ua.pt::a0ed9411-83f7-41c5-8f13-313b6bcd7ecf" providerId="AD" clId="Web-{57951AB2-F7D4-0082-5D09-08BA202E6DDE}" dt="2024-06-03T14:44:14.389" v="22" actId="1076"/>
          <ac:picMkLst>
            <pc:docMk/>
            <pc:sldMk cId="1060329516" sldId="305"/>
            <ac:picMk id="4" creationId="{E37E53C3-F062-A191-8292-45D4A85A6B74}"/>
          </ac:picMkLst>
        </pc:picChg>
        <pc:picChg chg="mod">
          <ac:chgData name="Rúben Franco" userId="S::rrfranco@ua.pt::a0ed9411-83f7-41c5-8f13-313b6bcd7ecf" providerId="AD" clId="Web-{57951AB2-F7D4-0082-5D09-08BA202E6DDE}" dt="2024-06-03T14:44:21.483" v="24" actId="14100"/>
          <ac:picMkLst>
            <pc:docMk/>
            <pc:sldMk cId="1060329516" sldId="305"/>
            <ac:picMk id="5" creationId="{DD1B3844-22BA-DBF2-E862-31EBA81E595A}"/>
          </ac:picMkLst>
        </pc:picChg>
        <pc:picChg chg="mod">
          <ac:chgData name="Rúben Franco" userId="S::rrfranco@ua.pt::a0ed9411-83f7-41c5-8f13-313b6bcd7ecf" providerId="AD" clId="Web-{57951AB2-F7D4-0082-5D09-08BA202E6DDE}" dt="2024-06-03T14:44:42.515" v="31" actId="1076"/>
          <ac:picMkLst>
            <pc:docMk/>
            <pc:sldMk cId="1060329516" sldId="305"/>
            <ac:picMk id="6" creationId="{4F15740D-8E61-AE56-E97F-160DAD3D7E49}"/>
          </ac:picMkLst>
        </pc:picChg>
        <pc:picChg chg="del">
          <ac:chgData name="Rúben Franco" userId="S::rrfranco@ua.pt::a0ed9411-83f7-41c5-8f13-313b6bcd7ecf" providerId="AD" clId="Web-{57951AB2-F7D4-0082-5D09-08BA202E6DDE}" dt="2024-06-03T14:43:32.122" v="17"/>
          <ac:picMkLst>
            <pc:docMk/>
            <pc:sldMk cId="1060329516" sldId="305"/>
            <ac:picMk id="7" creationId="{CA326738-8D23-A2CB-D9F6-10E6BCD51325}"/>
          </ac:picMkLst>
        </pc:picChg>
        <pc:picChg chg="mod">
          <ac:chgData name="Rúben Franco" userId="S::rrfranco@ua.pt::a0ed9411-83f7-41c5-8f13-313b6bcd7ecf" providerId="AD" clId="Web-{57951AB2-F7D4-0082-5D09-08BA202E6DDE}" dt="2024-06-03T14:44:40.453" v="30" actId="1076"/>
          <ac:picMkLst>
            <pc:docMk/>
            <pc:sldMk cId="1060329516" sldId="305"/>
            <ac:picMk id="8" creationId="{A36499BD-9D0B-A886-E712-DE6A6B59EE7B}"/>
          </ac:picMkLst>
        </pc:picChg>
      </pc:sldChg>
      <pc:sldChg chg="addSp delSp modSp">
        <pc:chgData name="Rúben Franco" userId="S::rrfranco@ua.pt::a0ed9411-83f7-41c5-8f13-313b6bcd7ecf" providerId="AD" clId="Web-{57951AB2-F7D4-0082-5D09-08BA202E6DDE}" dt="2024-06-03T15:19:13.431" v="338" actId="20577"/>
        <pc:sldMkLst>
          <pc:docMk/>
          <pc:sldMk cId="3308987137" sldId="306"/>
        </pc:sldMkLst>
        <pc:spChg chg="mod">
          <ac:chgData name="Rúben Franco" userId="S::rrfranco@ua.pt::a0ed9411-83f7-41c5-8f13-313b6bcd7ecf" providerId="AD" clId="Web-{57951AB2-F7D4-0082-5D09-08BA202E6DDE}" dt="2024-06-03T15:19:13.431" v="338" actId="20577"/>
          <ac:spMkLst>
            <pc:docMk/>
            <pc:sldMk cId="3308987137" sldId="306"/>
            <ac:spMk id="3" creationId="{3584362E-FA8D-D497-73D4-127BCB3D606F}"/>
          </ac:spMkLst>
        </pc:spChg>
        <pc:spChg chg="add del mod">
          <ac:chgData name="Rúben Franco" userId="S::rrfranco@ua.pt::a0ed9411-83f7-41c5-8f13-313b6bcd7ecf" providerId="AD" clId="Web-{57951AB2-F7D4-0082-5D09-08BA202E6DDE}" dt="2024-06-03T14:41:47.475" v="8"/>
          <ac:spMkLst>
            <pc:docMk/>
            <pc:sldMk cId="3308987137" sldId="306"/>
            <ac:spMk id="4" creationId="{36AFFF97-31B2-ED09-8886-800357321D15}"/>
          </ac:spMkLst>
        </pc:spChg>
        <pc:picChg chg="mod modCrop">
          <ac:chgData name="Rúben Franco" userId="S::rrfranco@ua.pt::a0ed9411-83f7-41c5-8f13-313b6bcd7ecf" providerId="AD" clId="Web-{57951AB2-F7D4-0082-5D09-08BA202E6DDE}" dt="2024-06-03T14:41:44.991" v="4" actId="1076"/>
          <ac:picMkLst>
            <pc:docMk/>
            <pc:sldMk cId="3308987137" sldId="306"/>
            <ac:picMk id="5" creationId="{EC1DEE6A-50A2-C889-8DE6-4A9330373C6E}"/>
          </ac:picMkLst>
        </pc:picChg>
        <pc:picChg chg="add mod">
          <ac:chgData name="Rúben Franco" userId="S::rrfranco@ua.pt::a0ed9411-83f7-41c5-8f13-313b6bcd7ecf" providerId="AD" clId="Web-{57951AB2-F7D4-0082-5D09-08BA202E6DDE}" dt="2024-06-03T14:42:56.699" v="15" actId="1076"/>
          <ac:picMkLst>
            <pc:docMk/>
            <pc:sldMk cId="3308987137" sldId="306"/>
            <ac:picMk id="6" creationId="{581329F5-82C9-70CF-098B-BD4B96D315B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51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2877450" y="1543675"/>
            <a:ext cx="3270000" cy="15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2877450" y="3132425"/>
            <a:ext cx="32700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0A1F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"/>
              <a:buNone/>
              <a:defRPr sz="3000" b="1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5"/>
          <p:cNvGrpSpPr/>
          <p:nvPr/>
        </p:nvGrpSpPr>
        <p:grpSpPr>
          <a:xfrm rot="-2700000">
            <a:off x="-194562" y="-2400504"/>
            <a:ext cx="9533125" cy="9532285"/>
            <a:chOff x="2411576" y="411475"/>
            <a:chExt cx="4320837" cy="4320456"/>
          </a:xfrm>
        </p:grpSpPr>
        <p:sp>
          <p:nvSpPr>
            <p:cNvPr id="56" name="Google Shape;56;p15"/>
            <p:cNvSpPr/>
            <p:nvPr/>
          </p:nvSpPr>
          <p:spPr>
            <a:xfrm>
              <a:off x="2411576" y="2608525"/>
              <a:ext cx="2123755" cy="2123406"/>
            </a:xfrm>
            <a:custGeom>
              <a:avLst/>
              <a:gdLst/>
              <a:ahLst/>
              <a:cxnLst/>
              <a:rect l="l" t="t" r="r" b="b"/>
              <a:pathLst>
                <a:path w="54743" h="54734" extrusionOk="0">
                  <a:moveTo>
                    <a:pt x="0" y="1"/>
                  </a:moveTo>
                  <a:cubicBezTo>
                    <a:pt x="0" y="30226"/>
                    <a:pt x="24509" y="54734"/>
                    <a:pt x="54743" y="54734"/>
                  </a:cubicBezTo>
                  <a:lnTo>
                    <a:pt x="547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2579714" y="653324"/>
              <a:ext cx="1955617" cy="1955229"/>
            </a:xfrm>
            <a:custGeom>
              <a:avLst/>
              <a:gdLst/>
              <a:ahLst/>
              <a:cxnLst/>
              <a:rect l="l" t="t" r="r" b="b"/>
              <a:pathLst>
                <a:path w="50409" h="50399" extrusionOk="0">
                  <a:moveTo>
                    <a:pt x="50409" y="0"/>
                  </a:moveTo>
                  <a:cubicBezTo>
                    <a:pt x="22574" y="0"/>
                    <a:pt x="1" y="22564"/>
                    <a:pt x="1" y="50399"/>
                  </a:cubicBezTo>
                  <a:lnTo>
                    <a:pt x="50409" y="50399"/>
                  </a:lnTo>
                  <a:lnTo>
                    <a:pt x="50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4535297" y="411475"/>
              <a:ext cx="2197116" cy="2197077"/>
            </a:xfrm>
            <a:custGeom>
              <a:avLst/>
              <a:gdLst/>
              <a:ahLst/>
              <a:cxnLst/>
              <a:rect l="l" t="t" r="r" b="b"/>
              <a:pathLst>
                <a:path w="56634" h="56633" extrusionOk="0">
                  <a:moveTo>
                    <a:pt x="1" y="0"/>
                  </a:moveTo>
                  <a:lnTo>
                    <a:pt x="1" y="56633"/>
                  </a:lnTo>
                  <a:lnTo>
                    <a:pt x="56634" y="56633"/>
                  </a:lnTo>
                  <a:cubicBezTo>
                    <a:pt x="56634" y="25356"/>
                    <a:pt x="31278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4535297" y="2608525"/>
              <a:ext cx="1923766" cy="1923766"/>
            </a:xfrm>
            <a:custGeom>
              <a:avLst/>
              <a:gdLst/>
              <a:ahLst/>
              <a:cxnLst/>
              <a:rect l="l" t="t" r="r" b="b"/>
              <a:pathLst>
                <a:path w="49588" h="49588" extrusionOk="0">
                  <a:moveTo>
                    <a:pt x="1" y="1"/>
                  </a:moveTo>
                  <a:lnTo>
                    <a:pt x="1" y="49588"/>
                  </a:lnTo>
                  <a:cubicBezTo>
                    <a:pt x="27381" y="49588"/>
                    <a:pt x="49588" y="27390"/>
                    <a:pt x="495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3504938" y="1578163"/>
              <a:ext cx="2060441" cy="2060441"/>
            </a:xfrm>
            <a:custGeom>
              <a:avLst/>
              <a:gdLst/>
              <a:ahLst/>
              <a:cxnLst/>
              <a:rect l="l" t="t" r="r" b="b"/>
              <a:pathLst>
                <a:path w="53111" h="53111" extrusionOk="0">
                  <a:moveTo>
                    <a:pt x="26560" y="0"/>
                  </a:moveTo>
                  <a:cubicBezTo>
                    <a:pt x="11889" y="0"/>
                    <a:pt x="0" y="11889"/>
                    <a:pt x="0" y="26560"/>
                  </a:cubicBezTo>
                  <a:cubicBezTo>
                    <a:pt x="0" y="41222"/>
                    <a:pt x="11889" y="53110"/>
                    <a:pt x="26560" y="53110"/>
                  </a:cubicBezTo>
                  <a:cubicBezTo>
                    <a:pt x="41222" y="53110"/>
                    <a:pt x="53111" y="41222"/>
                    <a:pt x="53111" y="26560"/>
                  </a:cubicBezTo>
                  <a:cubicBezTo>
                    <a:pt x="53111" y="11889"/>
                    <a:pt x="41222" y="0"/>
                    <a:pt x="26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2877450" y="999990"/>
            <a:ext cx="3270000" cy="15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2"/>
                </a:solidFill>
              </a:rPr>
              <a:t>Building-IT</a:t>
            </a:r>
            <a:endParaRPr lang="en-US">
              <a:solidFill>
                <a:schemeClr val="lt2"/>
              </a:solidFill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2877450" y="2828944"/>
            <a:ext cx="3270000" cy="1328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tx2"/>
                </a:solidFill>
              </a:rPr>
              <a:t>António Costa – 113594</a:t>
            </a:r>
            <a:endParaRPr lang="en-US">
              <a:solidFill>
                <a:schemeClr val="tx2"/>
              </a:solidFill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tx2"/>
                </a:solidFill>
              </a:rPr>
              <a:t>Bruno Oliveira 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113663</a:t>
            </a:r>
            <a:r>
              <a:rPr lang="en">
                <a:solidFill>
                  <a:schemeClr val="tx2"/>
                </a:solidFill>
              </a:rPr>
              <a:t> 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Rodrigo Lopes</a:t>
            </a:r>
            <a:r>
              <a:rPr lang="en">
                <a:solidFill>
                  <a:schemeClr val="tx2"/>
                </a:solidFill>
              </a:rPr>
              <a:t> 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113811</a:t>
            </a:r>
            <a:endParaRPr lang="en">
              <a:solidFill>
                <a:schemeClr val="tx2"/>
              </a:solidFill>
              <a:cs typeface="Noto Sa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Rúben Franco </a:t>
            </a:r>
            <a:r>
              <a:rPr lang="en">
                <a:solidFill>
                  <a:schemeClr val="tx2"/>
                </a:solidFill>
              </a:rPr>
              <a:t>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114827</a:t>
            </a:r>
            <a:endParaRPr lang="en">
              <a:solidFill>
                <a:schemeClr val="tx2"/>
              </a:solidFill>
              <a:cs typeface="No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texto, Tipo de letra, captura de ecrã, Gráficos&#10;&#10;Descrição gerada automaticamente">
            <a:extLst>
              <a:ext uri="{FF2B5EF4-FFF2-40B4-BE49-F238E27FC236}">
                <a16:creationId xmlns:a16="http://schemas.microsoft.com/office/drawing/2014/main" id="{8C5B103D-E141-35BE-A648-ABB4FB46A5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462" b="99279" l="32703" r="97838">
                        <a14:foregroundMark x1="54459" y1="89183" x2="41486" y2="65625"/>
                        <a14:foregroundMark x1="41486" y1="65625" x2="47703" y2="37740"/>
                        <a14:foregroundMark x1="47703" y1="37740" x2="76351" y2="28846"/>
                        <a14:foregroundMark x1="76351" y1="28846" x2="90270" y2="48077"/>
                        <a14:foregroundMark x1="90270" y1="48077" x2="92838" y2="77404"/>
                        <a14:foregroundMark x1="92838" y1="77404" x2="76757" y2="90385"/>
                        <a14:foregroundMark x1="76757" y1="90385" x2="54595" y2="91587"/>
                        <a14:foregroundMark x1="49595" y1="92067" x2="41351" y2="73317"/>
                        <a14:foregroundMark x1="41351" y1="73317" x2="42568" y2="45433"/>
                        <a14:foregroundMark x1="42568" y1="45433" x2="66216" y2="16106"/>
                        <a14:foregroundMark x1="66216" y1="16106" x2="94324" y2="17548"/>
                        <a14:foregroundMark x1="94324" y1="17548" x2="97568" y2="82452"/>
                        <a14:foregroundMark x1="97568" y1="82452" x2="42162" y2="96635"/>
                        <a14:foregroundMark x1="42162" y1="96635" x2="36486" y2="72596"/>
                        <a14:foregroundMark x1="36486" y1="72596" x2="41892" y2="64904"/>
                        <a14:foregroundMark x1="49054" y1="26202" x2="57973" y2="17067"/>
                        <a14:foregroundMark x1="57973" y1="17067" x2="72027" y2="15625"/>
                        <a14:foregroundMark x1="72027" y1="15625" x2="91081" y2="18510"/>
                        <a14:foregroundMark x1="91081" y1="18510" x2="97973" y2="50962"/>
                        <a14:foregroundMark x1="97973" y1="50962" x2="92838" y2="99279"/>
                        <a14:foregroundMark x1="92838" y1="99279" x2="37027" y2="91827"/>
                        <a14:foregroundMark x1="37027" y1="91827" x2="35946" y2="68029"/>
                        <a14:foregroundMark x1="44547" y1="24618" x2="46757" y2="13462"/>
                        <a14:foregroundMark x1="41363" y1="40687" x2="42039" y2="37277"/>
                        <a14:foregroundMark x1="35946" y1="68029" x2="40341" y2="45850"/>
                        <a14:foregroundMark x1="89595" y1="22356" x2="99459" y2="42067"/>
                        <a14:foregroundMark x1="99459" y1="42067" x2="95811" y2="82452"/>
                        <a14:foregroundMark x1="95811" y1="82452" x2="88784" y2="97115"/>
                        <a14:foregroundMark x1="88784" y1="97115" x2="32703" y2="99279"/>
                        <a14:foregroundMark x1="57568" y1="93510" x2="90270" y2="86058"/>
                        <a14:foregroundMark x1="90270" y1="86058" x2="97838" y2="67788"/>
                        <a14:foregroundMark x1="97838" y1="67788" x2="97838" y2="67788"/>
                        <a14:foregroundMark x1="80541" y1="32692" x2="67162" y2="39183"/>
                        <a14:foregroundMark x1="67162" y1="39183" x2="59324" y2="66346"/>
                        <a14:foregroundMark x1="59324" y1="66346" x2="70135" y2="77163"/>
                        <a14:foregroundMark x1="70135" y1="77163" x2="82568" y2="52404"/>
                        <a14:foregroundMark x1="82568" y1="52404" x2="78919" y2="33413"/>
                        <a14:foregroundMark x1="78919" y1="33413" x2="77162" y2="31490"/>
                        <a14:foregroundMark x1="71892" y1="36779" x2="71892" y2="38462"/>
                        <a14:foregroundMark x1="75000" y1="39904" x2="74189" y2="41827"/>
                        <a14:foregroundMark x1="73243" y1="44952" x2="73784" y2="46154"/>
                        <a14:backgroundMark x1="41622" y1="21875" x2="37027" y2="41346"/>
                        <a14:backgroundMark x1="37027" y1="41346" x2="34459" y2="40865"/>
                        <a14:backgroundMark x1="43784" y1="23798" x2="37162" y2="40865"/>
                        <a14:backgroundMark x1="37162" y1="40865" x2="36486" y2="40144"/>
                        <a14:backgroundMark x1="41351" y1="26923" x2="37432" y2="43510"/>
                        <a14:backgroundMark x1="37432" y1="43510" x2="38243" y2="37740"/>
                        <a14:backgroundMark x1="38243" y1="25962" x2="36757" y2="42788"/>
                        <a14:backgroundMark x1="39459" y1="37260" x2="38378" y2="38462"/>
                        <a14:backgroundMark x1="40405" y1="39183" x2="37973" y2="42788"/>
                      </a14:backgroundRemoval>
                    </a14:imgEffect>
                  </a14:imgLayer>
                </a14:imgProps>
              </a:ext>
            </a:extLst>
          </a:blip>
          <a:srcRect l="37417" t="16484"/>
          <a:stretch/>
        </p:blipFill>
        <p:spPr>
          <a:xfrm>
            <a:off x="3012043" y="2800139"/>
            <a:ext cx="3123705" cy="2343360"/>
          </a:xfrm>
          <a:prstGeom prst="rect">
            <a:avLst/>
          </a:prstGeom>
        </p:spPr>
      </p:pic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 err="1"/>
              <a:t>Transformação</a:t>
            </a:r>
            <a:r>
              <a:rPr lang="en" sz="3100"/>
              <a:t> Digital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BF249C-91D0-D3A4-7B59-1C90BE08FF7F}"/>
              </a:ext>
            </a:extLst>
          </p:cNvPr>
          <p:cNvSpPr txBox="1"/>
          <p:nvPr/>
        </p:nvSpPr>
        <p:spPr>
          <a:xfrm>
            <a:off x="1165301" y="1017775"/>
            <a:ext cx="6962078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1800"/>
              <a:t>Vantagens deste negócio:</a:t>
            </a:r>
            <a:endParaRPr lang="en-US"/>
          </a:p>
          <a:p>
            <a:pPr marL="285750" indent="-285750">
              <a:buChar char="•"/>
            </a:pPr>
            <a:r>
              <a:rPr lang="pt-PT" sz="1800"/>
              <a:t>Automatização e monitorização de sistemas controladores de condições habitacionais;</a:t>
            </a:r>
          </a:p>
          <a:p>
            <a:pPr marL="285750" indent="-285750">
              <a:buChar char="•"/>
            </a:pPr>
            <a:r>
              <a:rPr lang="pt-PT" sz="1800"/>
              <a:t>Integração dos sistemas externos com os sistemas digitais já presentes nos edifícios;</a:t>
            </a:r>
          </a:p>
          <a:p>
            <a:pPr marL="285750" indent="-285750">
              <a:buChar char="•"/>
            </a:pPr>
            <a:r>
              <a:rPr lang="pt-PT" sz="1800"/>
              <a:t>Melhoria da comunicação entre residente-proprietário, de modo a promover a rápida resolução de problemas.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 err="1"/>
              <a:t>Definição</a:t>
            </a:r>
            <a:r>
              <a:rPr lang="en" sz="3100"/>
              <a:t> do </a:t>
            </a:r>
            <a:r>
              <a:rPr lang="en" sz="3100" err="1"/>
              <a:t>produto</a:t>
            </a:r>
            <a:endParaRPr lang="en-US" err="1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5EEEAE0-8820-C43C-0AE8-4F50E8422F94}"/>
              </a:ext>
            </a:extLst>
          </p:cNvPr>
          <p:cNvSpPr txBox="1"/>
          <p:nvPr/>
        </p:nvSpPr>
        <p:spPr>
          <a:xfrm>
            <a:off x="411552" y="1560898"/>
            <a:ext cx="427806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/>
              <a:t>O produto disponibilizado é uma plataforma web</a:t>
            </a:r>
          </a:p>
          <a:p>
            <a:r>
              <a:rPr lang="pt-PT"/>
              <a:t>acessível através de um browser, evitando a</a:t>
            </a:r>
          </a:p>
          <a:p>
            <a:r>
              <a:rPr lang="pt-PT"/>
              <a:t>necessidade de instalar uma aplicação.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84CCFB1-A546-2466-314E-4A74CDC97D7D}"/>
              </a:ext>
            </a:extLst>
          </p:cNvPr>
          <p:cNvSpPr txBox="1"/>
          <p:nvPr/>
        </p:nvSpPr>
        <p:spPr>
          <a:xfrm>
            <a:off x="496020" y="2696512"/>
            <a:ext cx="4278063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endParaRPr lang="pt-PT"/>
          </a:p>
          <a:p>
            <a:pPr marL="285750" indent="-285750">
              <a:buChar char="•"/>
            </a:pPr>
            <a:r>
              <a:rPr lang="pt-PT"/>
              <a:t>Controlo de temperatura em diversos espaços;</a:t>
            </a:r>
          </a:p>
          <a:p>
            <a:pPr marL="285750" indent="-285750">
              <a:buChar char="•"/>
            </a:pPr>
            <a:r>
              <a:rPr lang="pt-PT"/>
              <a:t>Notificação de eventos (</a:t>
            </a:r>
            <a:r>
              <a:rPr lang="pt-PT" err="1"/>
              <a:t>ex</a:t>
            </a:r>
            <a:r>
              <a:rPr lang="pt-PT"/>
              <a:t>: Falhas no sistema de distribuição de água);</a:t>
            </a:r>
          </a:p>
          <a:p>
            <a:pPr marL="285750" indent="-285750">
              <a:buChar char="•"/>
            </a:pPr>
            <a:r>
              <a:rPr lang="pt-PT"/>
              <a:t>Gestão de resolução de problemas;</a:t>
            </a:r>
          </a:p>
          <a:p>
            <a:pPr marL="285750" indent="-285750">
              <a:buChar char="•"/>
            </a:pPr>
            <a:r>
              <a:rPr lang="pt-PT"/>
              <a:t>Monitorização de consumo de recursos (água e energia);</a:t>
            </a:r>
          </a:p>
          <a:p>
            <a:pPr marL="285750" indent="-285750">
              <a:buChar char="•"/>
            </a:pPr>
            <a:r>
              <a:rPr lang="pt-PT"/>
              <a:t>Automatização da iluminação do edifício;</a:t>
            </a:r>
          </a:p>
          <a:p>
            <a:pPr marL="285750" indent="-285750">
              <a:buChar char="•"/>
            </a:pPr>
            <a:endParaRPr lang="pt-PT"/>
          </a:p>
        </p:txBody>
      </p:sp>
      <p:pic>
        <p:nvPicPr>
          <p:cNvPr id="13" name="Imagem 12" descr="Uma imagem com pessoa, computador portátil, interior, escrever&#10;&#10;Descrição gerada automaticamente">
            <a:extLst>
              <a:ext uri="{FF2B5EF4-FFF2-40B4-BE49-F238E27FC236}">
                <a16:creationId xmlns:a16="http://schemas.microsoft.com/office/drawing/2014/main" id="{F54633D0-1020-D44A-7C77-ED3511A88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55" y="1790860"/>
            <a:ext cx="3890882" cy="218390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E27337C-2BDF-5D3B-90B2-5F2AB854FD42}"/>
              </a:ext>
            </a:extLst>
          </p:cNvPr>
          <p:cNvSpPr txBox="1"/>
          <p:nvPr/>
        </p:nvSpPr>
        <p:spPr>
          <a:xfrm>
            <a:off x="428915" y="1253121"/>
            <a:ext cx="315207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u="sng"/>
              <a:t>Conceito do produto: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A6CB4AD-C607-0F23-5DD8-D272FB5CC064}"/>
              </a:ext>
            </a:extLst>
          </p:cNvPr>
          <p:cNvSpPr txBox="1"/>
          <p:nvPr/>
        </p:nvSpPr>
        <p:spPr>
          <a:xfrm>
            <a:off x="496020" y="2542452"/>
            <a:ext cx="358325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u="sng"/>
              <a:t>Principais Funcionalidades:</a:t>
            </a:r>
          </a:p>
        </p:txBody>
      </p:sp>
    </p:spTree>
    <p:extLst>
      <p:ext uri="{BB962C8B-B14F-4D97-AF65-F5344CB8AC3E}">
        <p14:creationId xmlns:p14="http://schemas.microsoft.com/office/powerpoint/2010/main" val="116415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0F5D5-ADEF-5422-FAAE-1245DAD8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6357"/>
            <a:ext cx="8229600" cy="606300"/>
          </a:xfrm>
        </p:spPr>
        <p:txBody>
          <a:bodyPr/>
          <a:lstStyle/>
          <a:p>
            <a:r>
              <a:rPr lang="en" sz="3100" err="1"/>
              <a:t>Contexto</a:t>
            </a:r>
            <a:r>
              <a:rPr lang="en" sz="3100"/>
              <a:t> de </a:t>
            </a:r>
            <a:r>
              <a:rPr lang="en" sz="3100" err="1"/>
              <a:t>negócio</a:t>
            </a:r>
            <a:r>
              <a:rPr lang="en" sz="3100"/>
              <a:t> e </a:t>
            </a:r>
            <a:r>
              <a:rPr lang="en" sz="3100" err="1"/>
              <a:t>oportunidades</a:t>
            </a:r>
            <a:endParaRPr lang="en-US" err="1"/>
          </a:p>
        </p:txBody>
      </p:sp>
      <p:pic>
        <p:nvPicPr>
          <p:cNvPr id="6" name="Picture 5" descr="A person in a hoodie&#10;&#10;Description automatically generated">
            <a:extLst>
              <a:ext uri="{FF2B5EF4-FFF2-40B4-BE49-F238E27FC236}">
                <a16:creationId xmlns:a16="http://schemas.microsoft.com/office/drawing/2014/main" id="{CB3664FF-9A89-4B8E-7F21-1ED90BCD5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491" y="1714892"/>
            <a:ext cx="762000" cy="76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2619B7-25D5-F006-F776-CDBDC3B42DCB}"/>
              </a:ext>
            </a:extLst>
          </p:cNvPr>
          <p:cNvSpPr txBox="1"/>
          <p:nvPr/>
        </p:nvSpPr>
        <p:spPr>
          <a:xfrm>
            <a:off x="585568" y="1835687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Utilizadores</a:t>
            </a:r>
            <a:r>
              <a:rPr lang="en-US" b="1"/>
              <a:t> Alvo e</a:t>
            </a:r>
          </a:p>
          <a:p>
            <a:r>
              <a:rPr lang="en-US" b="1"/>
              <a:t>Stakeholders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ECCA6-F34D-A963-F404-7641F19236F2}"/>
              </a:ext>
            </a:extLst>
          </p:cNvPr>
          <p:cNvSpPr txBox="1"/>
          <p:nvPr/>
        </p:nvSpPr>
        <p:spPr>
          <a:xfrm>
            <a:off x="553967" y="2601874"/>
            <a:ext cx="420969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err="1"/>
              <a:t>Proprietários</a:t>
            </a:r>
            <a:r>
              <a:rPr lang="en-US"/>
              <a:t> de </a:t>
            </a:r>
            <a:r>
              <a:rPr lang="en-US" err="1"/>
              <a:t>edifícios</a:t>
            </a:r>
            <a:r>
              <a:rPr lang="en-US"/>
              <a:t>;</a:t>
            </a:r>
          </a:p>
          <a:p>
            <a:pPr marL="285750" indent="-285750">
              <a:buChar char="•"/>
            </a:pPr>
            <a:r>
              <a:rPr lang="en-US" err="1"/>
              <a:t>Gestores</a:t>
            </a:r>
            <a:r>
              <a:rPr lang="en-US"/>
              <a:t> de </a:t>
            </a:r>
            <a:r>
              <a:rPr lang="en-US" err="1"/>
              <a:t>Propriedades</a:t>
            </a:r>
            <a:r>
              <a:rPr lang="en-US"/>
              <a:t>;</a:t>
            </a:r>
          </a:p>
          <a:p>
            <a:pPr marL="285750" indent="-285750">
              <a:buChar char="•"/>
            </a:pPr>
            <a:r>
              <a:rPr lang="en-US" err="1"/>
              <a:t>Residentes</a:t>
            </a:r>
            <a:r>
              <a:rPr lang="en-US"/>
              <a:t>;</a:t>
            </a:r>
          </a:p>
          <a:p>
            <a:pPr marL="285750" indent="-285750">
              <a:buChar char="•"/>
            </a:pPr>
            <a:r>
              <a:rPr lang="pt-PT"/>
              <a:t>Profissionais</a:t>
            </a:r>
            <a:r>
              <a:rPr lang="en-US"/>
              <a:t> de </a:t>
            </a:r>
            <a:r>
              <a:rPr lang="en-US" err="1"/>
              <a:t>Manutenção</a:t>
            </a:r>
            <a:r>
              <a:rPr lang="en-US"/>
              <a:t>;</a:t>
            </a:r>
          </a:p>
          <a:p>
            <a:pPr marL="285750" indent="-285750">
              <a:buChar char="•"/>
            </a:pPr>
            <a:r>
              <a:rPr lang="en-US" err="1"/>
              <a:t>Desenvolvedores</a:t>
            </a:r>
            <a:r>
              <a:rPr lang="en-US"/>
              <a:t> e </a:t>
            </a:r>
            <a:r>
              <a:rPr lang="en-US" err="1"/>
              <a:t>Integradores</a:t>
            </a:r>
            <a:r>
              <a:rPr lang="en-US"/>
              <a:t> de </a:t>
            </a:r>
            <a:r>
              <a:rPr lang="en-US" err="1"/>
              <a:t>Sistemas</a:t>
            </a:r>
            <a:r>
              <a:rPr lang="en-US"/>
              <a:t>;</a:t>
            </a:r>
          </a:p>
          <a:p>
            <a:pPr marL="285750" indent="-285750">
              <a:buChar char="•"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DAEBDA-0CCB-158A-9946-71DA2B746F26}"/>
              </a:ext>
            </a:extLst>
          </p:cNvPr>
          <p:cNvSpPr txBox="1"/>
          <p:nvPr/>
        </p:nvSpPr>
        <p:spPr>
          <a:xfrm>
            <a:off x="5204006" y="2476892"/>
            <a:ext cx="3940115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Necessidade</a:t>
            </a:r>
            <a:r>
              <a:rPr lang="en-US"/>
              <a:t> de </a:t>
            </a:r>
            <a:r>
              <a:rPr lang="en-US" err="1"/>
              <a:t>modernizar</a:t>
            </a:r>
            <a:r>
              <a:rPr lang="en-US"/>
              <a:t> e </a:t>
            </a:r>
            <a:r>
              <a:rPr lang="en-US" err="1"/>
              <a:t>otimizar</a:t>
            </a:r>
            <a:r>
              <a:rPr lang="en-US"/>
              <a:t> a </a:t>
            </a:r>
            <a:r>
              <a:rPr lang="en-US" err="1"/>
              <a:t>gestão</a:t>
            </a:r>
            <a:r>
              <a:rPr lang="en-US"/>
              <a:t> de </a:t>
            </a:r>
            <a:r>
              <a:rPr lang="en-US" err="1"/>
              <a:t>propriedades</a:t>
            </a:r>
            <a:r>
              <a:rPr lang="en-US"/>
              <a:t>, </a:t>
            </a:r>
            <a:r>
              <a:rPr lang="en-US" err="1"/>
              <a:t>melhorar</a:t>
            </a:r>
            <a:r>
              <a:rPr lang="en-US"/>
              <a:t> a </a:t>
            </a:r>
            <a:r>
              <a:rPr lang="en-US" err="1"/>
              <a:t>eficiência</a:t>
            </a:r>
            <a:r>
              <a:rPr lang="en-US"/>
              <a:t> </a:t>
            </a:r>
            <a:r>
              <a:rPr lang="en-US" err="1"/>
              <a:t>operacional</a:t>
            </a:r>
            <a:r>
              <a:rPr lang="en-US"/>
              <a:t> e </a:t>
            </a:r>
            <a:r>
              <a:rPr lang="en-US" err="1"/>
              <a:t>proporcionar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experiência</a:t>
            </a:r>
            <a:r>
              <a:rPr lang="en-US"/>
              <a:t> </a:t>
            </a:r>
            <a:r>
              <a:rPr lang="en-US" err="1"/>
              <a:t>melhorada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utilizadores</a:t>
            </a:r>
            <a:r>
              <a:rPr lang="en-US"/>
              <a:t> ,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estes</a:t>
            </a:r>
            <a:r>
              <a:rPr lang="en-US"/>
              <a:t> </a:t>
            </a:r>
            <a:r>
              <a:rPr lang="en-US" err="1"/>
              <a:t>residentes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proprietários</a:t>
            </a:r>
            <a:r>
              <a:rPr lang="en-US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AC750-FE12-6C3F-B7BF-7CB8CF6630BA}"/>
              </a:ext>
            </a:extLst>
          </p:cNvPr>
          <p:cNvSpPr txBox="1"/>
          <p:nvPr/>
        </p:nvSpPr>
        <p:spPr>
          <a:xfrm>
            <a:off x="5200565" y="1945340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err="1"/>
              <a:t>Oportunidades</a:t>
            </a:r>
            <a:r>
              <a:rPr lang="en-US" b="1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0568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29C5-88DB-6680-EAC0-26DBA22A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Implementação</a:t>
            </a:r>
            <a:r>
              <a:rPr lang="en-US"/>
              <a:t>: Interface de </a:t>
            </a:r>
            <a:r>
              <a:rPr lang="en-US" err="1"/>
              <a:t>utilizador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4903B-1367-0B8F-67B8-C1C5EDE49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/>
              <a:t>A interface do </a:t>
            </a:r>
            <a:r>
              <a:rPr lang="en-US" sz="1800" err="1"/>
              <a:t>utilizador</a:t>
            </a:r>
            <a:r>
              <a:rPr lang="en-US" sz="1800"/>
              <a:t> </a:t>
            </a:r>
            <a:r>
              <a:rPr lang="en-US" sz="1800" err="1"/>
              <a:t>foi</a:t>
            </a:r>
            <a:r>
              <a:rPr lang="en-US" sz="1800"/>
              <a:t> a </a:t>
            </a:r>
            <a:r>
              <a:rPr lang="en-US" sz="1800" err="1"/>
              <a:t>parte</a:t>
            </a:r>
            <a:r>
              <a:rPr lang="en-US" sz="1800"/>
              <a:t> do </a:t>
            </a:r>
            <a:r>
              <a:rPr lang="en-US" sz="1800" err="1"/>
              <a:t>sistema</a:t>
            </a:r>
            <a:r>
              <a:rPr lang="en-US" sz="1800"/>
              <a:t> </a:t>
            </a:r>
            <a:r>
              <a:rPr lang="en-US" sz="1800" err="1"/>
              <a:t>escolhida</a:t>
            </a:r>
            <a:r>
              <a:rPr lang="en-US" sz="1800"/>
              <a:t> para </a:t>
            </a:r>
            <a:r>
              <a:rPr lang="en-US" sz="1800" err="1"/>
              <a:t>desenvolvimento</a:t>
            </a:r>
            <a:r>
              <a:rPr lang="en-US" sz="1800"/>
              <a:t> </a:t>
            </a:r>
            <a:r>
              <a:rPr lang="en-US" sz="1800" err="1"/>
              <a:t>nas</a:t>
            </a:r>
            <a:r>
              <a:rPr lang="en-US" sz="1800"/>
              <a:t> 3.ª e 4.ª </a:t>
            </a:r>
            <a:r>
              <a:rPr lang="en-US" sz="1800" err="1"/>
              <a:t>iterações</a:t>
            </a:r>
            <a:r>
              <a:rPr lang="en-US" sz="1800"/>
              <a:t> do </a:t>
            </a:r>
            <a:r>
              <a:rPr lang="en-US" sz="1800" err="1"/>
              <a:t>projeto</a:t>
            </a:r>
            <a:r>
              <a:rPr lang="en-US" sz="1800"/>
              <a:t>.</a:t>
            </a:r>
          </a:p>
          <a:p>
            <a:r>
              <a:rPr lang="en-US" sz="1800" err="1"/>
              <a:t>Permite</a:t>
            </a:r>
            <a:r>
              <a:rPr lang="en-US" sz="1800"/>
              <a:t> a </a:t>
            </a:r>
            <a:r>
              <a:rPr lang="en-US" sz="1800" err="1"/>
              <a:t>simulação</a:t>
            </a:r>
            <a:r>
              <a:rPr lang="en-US" sz="1800"/>
              <a:t> dos </a:t>
            </a:r>
            <a:r>
              <a:rPr lang="en-US" sz="1800" err="1"/>
              <a:t>vários</a:t>
            </a:r>
            <a:r>
              <a:rPr lang="en-US" sz="1800"/>
              <a:t> </a:t>
            </a:r>
            <a:r>
              <a:rPr lang="en-US" sz="1800" err="1"/>
              <a:t>casos</a:t>
            </a:r>
            <a:r>
              <a:rPr lang="en-US" sz="1800"/>
              <a:t> de </a:t>
            </a:r>
            <a:r>
              <a:rPr lang="en-US" sz="1800" err="1"/>
              <a:t>utilização</a:t>
            </a:r>
            <a:r>
              <a:rPr lang="en-US" sz="1800"/>
              <a:t> </a:t>
            </a:r>
            <a:r>
              <a:rPr lang="en-US" sz="1800" err="1"/>
              <a:t>elegidos</a:t>
            </a:r>
            <a:r>
              <a:rPr lang="en-US" sz="1800"/>
              <a:t> </a:t>
            </a:r>
            <a:r>
              <a:rPr lang="en-US" sz="1800" err="1"/>
              <a:t>como</a:t>
            </a:r>
            <a:r>
              <a:rPr lang="en-US" sz="1800"/>
              <a:t> </a:t>
            </a:r>
            <a:r>
              <a:rPr lang="en-US" sz="1800" err="1"/>
              <a:t>sendo</a:t>
            </a:r>
            <a:r>
              <a:rPr lang="en-US" sz="1800"/>
              <a:t> </a:t>
            </a:r>
            <a:r>
              <a:rPr lang="en-US" sz="1800" err="1"/>
              <a:t>mais</a:t>
            </a:r>
            <a:r>
              <a:rPr lang="en-US" sz="1800"/>
              <a:t> </a:t>
            </a:r>
            <a:r>
              <a:rPr lang="en-US" sz="1800" err="1"/>
              <a:t>prioritários</a:t>
            </a:r>
            <a:r>
              <a:rPr lang="en-US" sz="1800"/>
              <a:t>, </a:t>
            </a:r>
            <a:r>
              <a:rPr lang="en-US" sz="1800" err="1"/>
              <a:t>tal</a:t>
            </a:r>
            <a:r>
              <a:rPr lang="en-US" sz="1800"/>
              <a:t> </a:t>
            </a:r>
            <a:r>
              <a:rPr lang="en-US" sz="1800" err="1"/>
              <a:t>como</a:t>
            </a:r>
            <a:r>
              <a:rPr lang="en-US" sz="1800"/>
              <a:t> a </a:t>
            </a:r>
            <a:r>
              <a:rPr lang="en-US" sz="1800" err="1"/>
              <a:t>testagem</a:t>
            </a:r>
            <a:r>
              <a:rPr lang="en-US" sz="1800"/>
              <a:t> </a:t>
            </a:r>
            <a:r>
              <a:rPr lang="en-US" sz="1800" err="1"/>
              <a:t>automática</a:t>
            </a:r>
            <a:r>
              <a:rPr lang="en-US" sz="1800"/>
              <a:t> e </a:t>
            </a:r>
            <a:r>
              <a:rPr lang="en-US" sz="1800" i="1"/>
              <a:t>quality-assurance</a:t>
            </a:r>
            <a:r>
              <a:rPr lang="en-US" sz="1800"/>
              <a:t> (QA);</a:t>
            </a:r>
          </a:p>
          <a:p>
            <a:r>
              <a:rPr lang="en-US" sz="1800"/>
              <a:t>A </a:t>
            </a:r>
            <a:r>
              <a:rPr lang="en-US" sz="1800" err="1"/>
              <a:t>utilização</a:t>
            </a:r>
            <a:r>
              <a:rPr lang="en-US" sz="1800"/>
              <a:t> de </a:t>
            </a:r>
            <a:r>
              <a:rPr lang="en-US" sz="1800" err="1"/>
              <a:t>tecnologias</a:t>
            </a:r>
            <a:r>
              <a:rPr lang="en-US" sz="1800"/>
              <a:t> </a:t>
            </a:r>
            <a:r>
              <a:rPr lang="en-US" sz="1800" err="1"/>
              <a:t>padrão</a:t>
            </a:r>
            <a:r>
              <a:rPr lang="en-US" sz="1800"/>
              <a:t> da Web (HTML5, CSS, JavaScript) </a:t>
            </a:r>
            <a:r>
              <a:rPr lang="en-US" sz="1800" err="1"/>
              <a:t>bem</a:t>
            </a:r>
            <a:r>
              <a:rPr lang="en-US" sz="1800"/>
              <a:t> </a:t>
            </a:r>
            <a:r>
              <a:rPr lang="en-US" sz="1800" err="1"/>
              <a:t>como</a:t>
            </a:r>
            <a:r>
              <a:rPr lang="en-US" sz="1800"/>
              <a:t> </a:t>
            </a:r>
            <a:r>
              <a:rPr lang="en-US" sz="1800" err="1"/>
              <a:t>bibliotecas</a:t>
            </a:r>
            <a:r>
              <a:rPr lang="en-US" sz="1800"/>
              <a:t> </a:t>
            </a:r>
            <a:r>
              <a:rPr lang="en-US" sz="1800" err="1"/>
              <a:t>bem</a:t>
            </a:r>
            <a:r>
              <a:rPr lang="en-US" sz="1800"/>
              <a:t> </a:t>
            </a:r>
            <a:r>
              <a:rPr lang="en-US" sz="1800" err="1"/>
              <a:t>suportada</a:t>
            </a:r>
            <a:r>
              <a:rPr lang="en-US" sz="1800"/>
              <a:t> e </a:t>
            </a:r>
            <a:r>
              <a:rPr lang="en-US" sz="1800" err="1"/>
              <a:t>testadas</a:t>
            </a:r>
            <a:r>
              <a:rPr lang="en-US" sz="1800"/>
              <a:t> (Bootstrap, etc...) fazem com que </a:t>
            </a:r>
            <a:r>
              <a:rPr lang="en-US" sz="1800" err="1"/>
              <a:t>grande</a:t>
            </a:r>
            <a:r>
              <a:rPr lang="en-US" sz="1800"/>
              <a:t> </a:t>
            </a:r>
            <a:r>
              <a:rPr lang="en-US" sz="1800" err="1"/>
              <a:t>parte</a:t>
            </a:r>
            <a:r>
              <a:rPr lang="en-US" sz="1800"/>
              <a:t> </a:t>
            </a:r>
            <a:r>
              <a:rPr lang="en-US" sz="1800" err="1"/>
              <a:t>deste</a:t>
            </a:r>
            <a:r>
              <a:rPr lang="en-US" sz="1800"/>
              <a:t> </a:t>
            </a:r>
            <a:r>
              <a:rPr lang="en-US" sz="1800" err="1"/>
              <a:t>componente</a:t>
            </a:r>
            <a:r>
              <a:rPr lang="en-US" sz="1800"/>
              <a:t> </a:t>
            </a:r>
            <a:r>
              <a:rPr lang="en-US" sz="1800" err="1"/>
              <a:t>possa</a:t>
            </a:r>
            <a:r>
              <a:rPr lang="en-US" sz="1800"/>
              <a:t> ser </a:t>
            </a:r>
            <a:r>
              <a:rPr lang="en-US" sz="1800" err="1"/>
              <a:t>reutilizado</a:t>
            </a:r>
            <a:r>
              <a:rPr lang="en-US" sz="1800"/>
              <a:t> </a:t>
            </a:r>
            <a:r>
              <a:rPr lang="en-US" sz="1800" err="1"/>
              <a:t>ao</a:t>
            </a:r>
            <a:r>
              <a:rPr lang="en-US" sz="1800"/>
              <a:t> </a:t>
            </a:r>
            <a:r>
              <a:rPr lang="en-US" sz="1800" err="1"/>
              <a:t>longo</a:t>
            </a:r>
            <a:r>
              <a:rPr lang="en-US" sz="1800"/>
              <a:t> </a:t>
            </a:r>
            <a:r>
              <a:rPr lang="en-US" sz="1800" err="1"/>
              <a:t>prazo</a:t>
            </a:r>
            <a:r>
              <a:rPr lang="en-US" sz="1800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37E53C3-F062-A191-8292-45D4A85A6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249" y="3391468"/>
            <a:ext cx="1354541" cy="132895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1B3844-22BA-DBF2-E862-31EBA81E5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0015" y="3391469"/>
            <a:ext cx="1001751" cy="134601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F15740D-8E61-AE56-E97F-160DAD3D7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0481" y="3391468"/>
            <a:ext cx="1354540" cy="134601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6499BD-9D0B-A886-E712-DE6A6B59EE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2279" y="3391468"/>
            <a:ext cx="1654992" cy="134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2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027C-18B7-14B2-0D95-2E3F59E3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Resultado</a:t>
            </a:r>
            <a:r>
              <a:rPr lang="en-US"/>
              <a:t> </a:t>
            </a:r>
            <a:r>
              <a:rPr lang="en-US" err="1"/>
              <a:t>Implementado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C47CC-0B7B-133F-2FA6-F812ACEAE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1800" err="1"/>
              <a:t>Página</a:t>
            </a:r>
            <a:r>
              <a:rPr lang="en-US" sz="1800"/>
              <a:t> de login;</a:t>
            </a:r>
            <a:endParaRPr lang="en-US"/>
          </a:p>
          <a:p>
            <a:pPr marL="285750" indent="-285750">
              <a:buFont typeface="Arial,Sans-Serif"/>
              <a:buChar char="•"/>
            </a:pPr>
            <a:endParaRPr lang="en-US" sz="1800"/>
          </a:p>
          <a:p>
            <a:pPr marL="285750" indent="-285750">
              <a:buFont typeface="Arial,Sans-Serif"/>
              <a:buChar char="•"/>
            </a:pPr>
            <a:r>
              <a:rPr lang="en-US" sz="1800" err="1"/>
              <a:t>Página</a:t>
            </a:r>
            <a:r>
              <a:rPr lang="en-US" sz="1800"/>
              <a:t> de </a:t>
            </a:r>
            <a:r>
              <a:rPr lang="en-US" sz="1800" err="1"/>
              <a:t>reporte</a:t>
            </a:r>
            <a:r>
              <a:rPr lang="en-US" sz="1800"/>
              <a:t> de </a:t>
            </a:r>
            <a:r>
              <a:rPr lang="en-US" sz="1800" err="1"/>
              <a:t>problemas</a:t>
            </a:r>
            <a:r>
              <a:rPr lang="en-US" sz="1800"/>
              <a:t>, tanto para </a:t>
            </a:r>
            <a:r>
              <a:rPr lang="en-US" sz="1800" err="1"/>
              <a:t>residentes</a:t>
            </a:r>
            <a:r>
              <a:rPr lang="en-US" sz="1800"/>
              <a:t> </a:t>
            </a:r>
            <a:r>
              <a:rPr lang="en-US" sz="1800" err="1"/>
              <a:t>como</a:t>
            </a:r>
            <a:r>
              <a:rPr lang="en-US" sz="1800"/>
              <a:t> para </a:t>
            </a:r>
            <a:r>
              <a:rPr lang="en-US" sz="1800" err="1"/>
              <a:t>administradores</a:t>
            </a:r>
            <a:r>
              <a:rPr lang="en-US" sz="1800"/>
              <a:t>;</a:t>
            </a:r>
          </a:p>
          <a:p>
            <a:pPr marL="285750" indent="-285750">
              <a:buFont typeface="Arial,Sans-Serif"/>
              <a:buChar char="•"/>
            </a:pPr>
            <a:endParaRPr lang="en-US" sz="1800"/>
          </a:p>
          <a:p>
            <a:pPr marL="285750" indent="-285750">
              <a:buFont typeface="Arial,Sans-Serif"/>
              <a:buChar char="•"/>
            </a:pPr>
            <a:r>
              <a:rPr lang="en-US" sz="1800" err="1"/>
              <a:t>Página</a:t>
            </a:r>
            <a:r>
              <a:rPr lang="en-US" sz="1800"/>
              <a:t> de </a:t>
            </a:r>
            <a:r>
              <a:rPr lang="en-US" sz="1800" err="1"/>
              <a:t>Resolução</a:t>
            </a:r>
            <a:r>
              <a:rPr lang="en-US" sz="1800"/>
              <a:t> de </a:t>
            </a:r>
            <a:r>
              <a:rPr lang="en-US" sz="1800" err="1"/>
              <a:t>problemas</a:t>
            </a:r>
            <a:r>
              <a:rPr lang="en-US" sz="1800"/>
              <a:t> (</a:t>
            </a:r>
            <a:r>
              <a:rPr lang="en-US" sz="1800" err="1"/>
              <a:t>Apenas</a:t>
            </a:r>
            <a:r>
              <a:rPr lang="en-US" sz="1800"/>
              <a:t> para </a:t>
            </a:r>
            <a:r>
              <a:rPr lang="en-US" sz="1800" err="1"/>
              <a:t>Profissionais</a:t>
            </a:r>
            <a:r>
              <a:rPr lang="en-US" sz="1800"/>
              <a:t>);</a:t>
            </a:r>
          </a:p>
          <a:p>
            <a:pPr marL="285750" indent="-285750">
              <a:buFont typeface="Arial,Sans-Serif"/>
              <a:buChar char="•"/>
            </a:pPr>
            <a:endParaRPr lang="en-US" sz="1800"/>
          </a:p>
          <a:p>
            <a:pPr marL="285750" indent="-285750">
              <a:buFont typeface="Arial,Sans-Serif"/>
              <a:buChar char="•"/>
            </a:pPr>
            <a:r>
              <a:rPr lang="en-US" sz="1800"/>
              <a:t>Dashboard de </a:t>
            </a:r>
            <a:r>
              <a:rPr lang="en-US" sz="1800" err="1"/>
              <a:t>funcionalidades</a:t>
            </a:r>
            <a:r>
              <a:rPr lang="en-US" sz="1800"/>
              <a:t> dos </a:t>
            </a:r>
            <a:r>
              <a:rPr lang="en-US" sz="1800" err="1"/>
              <a:t>dispositivos</a:t>
            </a:r>
            <a:r>
              <a:rPr lang="en-US" sz="1800"/>
              <a:t> </a:t>
            </a:r>
            <a:r>
              <a:rPr lang="en-US" sz="1800" err="1"/>
              <a:t>integrados</a:t>
            </a:r>
            <a:r>
              <a:rPr lang="en-US" sz="1800"/>
              <a:t> </a:t>
            </a:r>
            <a:r>
              <a:rPr lang="en-US" sz="1800" err="1"/>
              <a:t>nos</a:t>
            </a:r>
            <a:r>
              <a:rPr lang="en-US" sz="1800"/>
              <a:t> </a:t>
            </a:r>
            <a:r>
              <a:rPr lang="en-US" sz="1800" err="1"/>
              <a:t>edifícios</a:t>
            </a:r>
            <a:r>
              <a:rPr lang="en-US" sz="1800"/>
              <a:t> (</a:t>
            </a:r>
            <a:r>
              <a:rPr lang="en-US" sz="1800" err="1"/>
              <a:t>Apenas</a:t>
            </a:r>
            <a:r>
              <a:rPr lang="en-US" sz="1800"/>
              <a:t> para </a:t>
            </a:r>
            <a:r>
              <a:rPr lang="en-US" sz="1800" err="1"/>
              <a:t>adminstradores</a:t>
            </a:r>
            <a:r>
              <a:rPr lang="en-US" sz="1800"/>
              <a:t>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800" err="1"/>
              <a:t>Páginas</a:t>
            </a:r>
            <a:r>
              <a:rPr lang="en-US" sz="1800"/>
              <a:t> de </a:t>
            </a:r>
            <a:r>
              <a:rPr lang="en-US" sz="1800" err="1"/>
              <a:t>Controlo</a:t>
            </a:r>
            <a:r>
              <a:rPr lang="en-US" sz="1800"/>
              <a:t> de </a:t>
            </a:r>
            <a:r>
              <a:rPr lang="en-US" sz="1800" err="1"/>
              <a:t>Temperatura</a:t>
            </a:r>
            <a:r>
              <a:rPr lang="en-US" sz="1800"/>
              <a:t>/</a:t>
            </a:r>
            <a:r>
              <a:rPr lang="en-US" sz="1800" err="1"/>
              <a:t>Iluminação</a:t>
            </a:r>
            <a:r>
              <a:rPr lang="en-US" sz="1800"/>
              <a:t>, </a:t>
            </a:r>
            <a:r>
              <a:rPr lang="en-US" sz="1800" err="1"/>
              <a:t>visualização</a:t>
            </a:r>
            <a:r>
              <a:rPr lang="en-US" sz="1800"/>
              <a:t> do </a:t>
            </a:r>
            <a:r>
              <a:rPr lang="en-US" sz="1800" err="1"/>
              <a:t>consumo</a:t>
            </a:r>
            <a:r>
              <a:rPr lang="en-US" sz="1800"/>
              <a:t> de Água/Energia;</a:t>
            </a:r>
          </a:p>
        </p:txBody>
      </p:sp>
    </p:spTree>
    <p:extLst>
      <p:ext uri="{BB962C8B-B14F-4D97-AF65-F5344CB8AC3E}">
        <p14:creationId xmlns:p14="http://schemas.microsoft.com/office/powerpoint/2010/main" val="332468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2E5C6-9ED2-27D4-DD92-EBEA0DF8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Desenvolvimento</a:t>
            </a:r>
            <a:r>
              <a:rPr lang="en-US"/>
              <a:t> </a:t>
            </a:r>
            <a:r>
              <a:rPr lang="en-US" err="1"/>
              <a:t>ágil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4362E-FA8D-D497-73D4-127BCB3D6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4205" cy="34164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/>
              <a:t>Para </a:t>
            </a:r>
            <a:r>
              <a:rPr lang="en-US" sz="1800" err="1"/>
              <a:t>controlar</a:t>
            </a:r>
            <a:r>
              <a:rPr lang="en-US" sz="1800"/>
              <a:t> o </a:t>
            </a:r>
            <a:r>
              <a:rPr lang="en-US" sz="1800" err="1"/>
              <a:t>progresso</a:t>
            </a:r>
            <a:r>
              <a:rPr lang="en-US" sz="1800"/>
              <a:t> do </a:t>
            </a:r>
            <a:r>
              <a:rPr lang="en-US" sz="1800" err="1"/>
              <a:t>desenvolvimento</a:t>
            </a:r>
            <a:r>
              <a:rPr lang="en-US" sz="1800"/>
              <a:t> do </a:t>
            </a:r>
            <a:r>
              <a:rPr lang="en-US" sz="1800" err="1"/>
              <a:t>projeto</a:t>
            </a:r>
            <a:r>
              <a:rPr lang="en-US" sz="1800"/>
              <a:t>, </a:t>
            </a:r>
            <a:r>
              <a:rPr lang="en-US" sz="1800" err="1"/>
              <a:t>foi</a:t>
            </a:r>
            <a:r>
              <a:rPr lang="en-US" sz="1800"/>
              <a:t> </a:t>
            </a:r>
            <a:r>
              <a:rPr lang="en-US" sz="1800" err="1"/>
              <a:t>utilizada</a:t>
            </a:r>
            <a:r>
              <a:rPr lang="en-US" sz="1800"/>
              <a:t> a </a:t>
            </a:r>
            <a:r>
              <a:rPr lang="en-US" sz="1800" err="1"/>
              <a:t>plataforma</a:t>
            </a:r>
            <a:r>
              <a:rPr lang="en-US" sz="1800"/>
              <a:t> Jira, que </a:t>
            </a:r>
            <a:r>
              <a:rPr lang="en-US" sz="1800" err="1"/>
              <a:t>permite</a:t>
            </a:r>
            <a:r>
              <a:rPr lang="en-US" sz="1800"/>
              <a:t> a </a:t>
            </a:r>
            <a:r>
              <a:rPr lang="en-US" sz="1800" err="1"/>
              <a:t>gestão</a:t>
            </a:r>
            <a:r>
              <a:rPr lang="en-US" sz="1800"/>
              <a:t> de </a:t>
            </a:r>
            <a:r>
              <a:rPr lang="en-US" sz="1800" err="1"/>
              <a:t>projetos</a:t>
            </a:r>
            <a:r>
              <a:rPr lang="en-US" sz="1800"/>
              <a:t> de </a:t>
            </a:r>
            <a:r>
              <a:rPr lang="en-US" sz="1800" err="1"/>
              <a:t>metodologia</a:t>
            </a:r>
            <a:r>
              <a:rPr lang="en-US" sz="1800"/>
              <a:t> </a:t>
            </a:r>
            <a:r>
              <a:rPr lang="en-US" sz="1800" err="1"/>
              <a:t>agil</a:t>
            </a:r>
            <a:r>
              <a:rPr lang="en-US" sz="1800"/>
              <a:t>.</a:t>
            </a:r>
          </a:p>
          <a:p>
            <a:endParaRPr lang="en-US" sz="1800"/>
          </a:p>
          <a:p>
            <a:r>
              <a:rPr lang="en-US" sz="1800"/>
              <a:t>Cada </a:t>
            </a:r>
            <a:r>
              <a:rPr lang="en-US" sz="1800" i="1"/>
              <a:t>user story</a:t>
            </a:r>
            <a:r>
              <a:rPr lang="en-US" sz="1800"/>
              <a:t> </a:t>
            </a:r>
            <a:r>
              <a:rPr lang="en-US" sz="1800" err="1"/>
              <a:t>foi</a:t>
            </a:r>
            <a:r>
              <a:rPr lang="en-US" sz="1800"/>
              <a:t> </a:t>
            </a:r>
            <a:r>
              <a:rPr lang="en-US" sz="1800" err="1"/>
              <a:t>registada</a:t>
            </a:r>
            <a:r>
              <a:rPr lang="en-US" sz="1800"/>
              <a:t> e </a:t>
            </a:r>
            <a:r>
              <a:rPr lang="en-US" sz="1800" err="1"/>
              <a:t>decomposta</a:t>
            </a:r>
            <a:r>
              <a:rPr lang="en-US" sz="1800"/>
              <a:t> </a:t>
            </a:r>
            <a:r>
              <a:rPr lang="en-US" sz="1800" err="1"/>
              <a:t>em</a:t>
            </a:r>
            <a:r>
              <a:rPr lang="en-US" sz="1800"/>
              <a:t> </a:t>
            </a:r>
            <a:r>
              <a:rPr lang="en-US" sz="1800" i="1"/>
              <a:t>use case slices</a:t>
            </a:r>
            <a:r>
              <a:rPr lang="en-US" sz="1800"/>
              <a:t>, que </a:t>
            </a:r>
            <a:r>
              <a:rPr lang="en-US" sz="1800" err="1"/>
              <a:t>foram</a:t>
            </a:r>
            <a:r>
              <a:rPr lang="en-US" sz="1800"/>
              <a:t> </a:t>
            </a:r>
            <a:r>
              <a:rPr lang="en-US" sz="1800" err="1"/>
              <a:t>usados</a:t>
            </a:r>
            <a:r>
              <a:rPr lang="en-US" sz="1800"/>
              <a:t> para </a:t>
            </a:r>
            <a:r>
              <a:rPr lang="en-US" sz="1800" err="1"/>
              <a:t>guiar</a:t>
            </a:r>
            <a:r>
              <a:rPr lang="en-US" sz="1800"/>
              <a:t> o </a:t>
            </a:r>
            <a:r>
              <a:rPr lang="en-US" sz="1800" err="1"/>
              <a:t>desenvolvimento</a:t>
            </a:r>
            <a:r>
              <a:rPr lang="en-US" sz="180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DEE6A-50A2-C889-8DE6-4A9330373C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72" t="-1068" r="21765" b="712"/>
          <a:stretch/>
        </p:blipFill>
        <p:spPr>
          <a:xfrm>
            <a:off x="4776716" y="2320242"/>
            <a:ext cx="4102865" cy="2413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1329F5-82C9-70CF-098B-BD4B96D31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209" y="1017764"/>
            <a:ext cx="3249874" cy="136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8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09BA-9B3D-D55B-A16E-E40BF2BB5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Experiência</a:t>
            </a:r>
            <a:r>
              <a:rPr lang="en-US"/>
              <a:t> </a:t>
            </a:r>
            <a:r>
              <a:rPr lang="en-US" err="1"/>
              <a:t>adquirida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EEA0F-F028-67BF-3027-C2D1C5FF1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578311" cy="3416400"/>
          </a:xfrm>
        </p:spPr>
        <p:txBody>
          <a:bodyPr/>
          <a:lstStyle/>
          <a:p>
            <a:r>
              <a:rPr lang="en-US" sz="1800" err="1"/>
              <a:t>Comunicação</a:t>
            </a:r>
            <a:r>
              <a:rPr lang="en-US" sz="1800"/>
              <a:t> entre a </a:t>
            </a:r>
            <a:r>
              <a:rPr lang="en-US" sz="1800" err="1"/>
              <a:t>equipa</a:t>
            </a:r>
            <a:r>
              <a:rPr lang="en-US" sz="1800"/>
              <a:t> é </a:t>
            </a:r>
            <a:r>
              <a:rPr lang="en-US" sz="1800" err="1"/>
              <a:t>essencial</a:t>
            </a:r>
            <a:r>
              <a:rPr lang="en-US" sz="1800"/>
              <a:t>;</a:t>
            </a:r>
          </a:p>
          <a:p>
            <a:endParaRPr lang="en-US" sz="1800"/>
          </a:p>
          <a:p>
            <a:r>
              <a:rPr lang="en-US" sz="1800" err="1"/>
              <a:t>Gestão</a:t>
            </a:r>
            <a:r>
              <a:rPr lang="en-US" sz="1800"/>
              <a:t> e </a:t>
            </a:r>
            <a:r>
              <a:rPr lang="en-US" sz="1800" err="1"/>
              <a:t>Divisão</a:t>
            </a:r>
            <a:r>
              <a:rPr lang="en-US" sz="1800"/>
              <a:t> de </a:t>
            </a:r>
            <a:r>
              <a:rPr lang="en-US" sz="1800" err="1"/>
              <a:t>tarefas</a:t>
            </a:r>
            <a:r>
              <a:rPr lang="en-US" sz="1800"/>
              <a:t>;</a:t>
            </a:r>
          </a:p>
          <a:p>
            <a:endParaRPr lang="en-US" sz="1800"/>
          </a:p>
          <a:p>
            <a:r>
              <a:rPr lang="en-US" sz="1800" err="1"/>
              <a:t>Métodos</a:t>
            </a:r>
            <a:r>
              <a:rPr lang="en-US" sz="1800"/>
              <a:t> de </a:t>
            </a:r>
            <a:r>
              <a:rPr lang="en-US" sz="1800" err="1"/>
              <a:t>pesquisa</a:t>
            </a:r>
            <a:r>
              <a:rPr lang="en-US" sz="1800"/>
              <a:t> e </a:t>
            </a:r>
            <a:r>
              <a:rPr lang="en-US" sz="1800" err="1"/>
              <a:t>endendimento</a:t>
            </a:r>
            <a:r>
              <a:rPr lang="en-US" sz="1800"/>
              <a:t> do mercado;</a:t>
            </a:r>
          </a:p>
          <a:p>
            <a:endParaRPr lang="en-US" sz="1800"/>
          </a:p>
          <a:p>
            <a:r>
              <a:rPr lang="en-US" sz="1800" err="1"/>
              <a:t>Habilidade</a:t>
            </a:r>
            <a:r>
              <a:rPr lang="en-US" sz="1800"/>
              <a:t> de </a:t>
            </a:r>
            <a:r>
              <a:rPr lang="en-US" sz="1800" err="1"/>
              <a:t>adaptar</a:t>
            </a:r>
            <a:r>
              <a:rPr lang="en-US" sz="1800"/>
              <a:t> à </a:t>
            </a:r>
            <a:r>
              <a:rPr lang="en-US" sz="1800" err="1"/>
              <a:t>mudança</a:t>
            </a:r>
            <a:r>
              <a:rPr lang="en-US" sz="1800"/>
              <a:t> de </a:t>
            </a:r>
            <a:r>
              <a:rPr lang="en-US" sz="1800" err="1"/>
              <a:t>requesitos</a:t>
            </a:r>
            <a:r>
              <a:rPr lang="en-US" sz="1800"/>
              <a:t>;</a:t>
            </a:r>
          </a:p>
        </p:txBody>
      </p:sp>
      <p:pic>
        <p:nvPicPr>
          <p:cNvPr id="4" name="Picture 3" descr="Imagens Comunicação Em Equipe PNG e Vetor, com Fundo Transparente Para  Download Grátis | Pngtree">
            <a:extLst>
              <a:ext uri="{FF2B5EF4-FFF2-40B4-BE49-F238E27FC236}">
                <a16:creationId xmlns:a16="http://schemas.microsoft.com/office/drawing/2014/main" id="{971B80BA-A410-67D8-BEC2-BC7B636FD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139" y="1345037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13592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Process Infographics by Slidesgo">
  <a:themeElements>
    <a:clrScheme name="Simple Light">
      <a:dk1>
        <a:srgbClr val="00B2BC"/>
      </a:dk1>
      <a:lt1>
        <a:srgbClr val="2AA964"/>
      </a:lt1>
      <a:dk2>
        <a:srgbClr val="97C153"/>
      </a:dk2>
      <a:lt2>
        <a:srgbClr val="000000"/>
      </a:lt2>
      <a:accent1>
        <a:srgbClr val="00B2BC"/>
      </a:accent1>
      <a:accent2>
        <a:srgbClr val="2AA964"/>
      </a:accent2>
      <a:accent3>
        <a:srgbClr val="97C153"/>
      </a:accent3>
      <a:accent4>
        <a:srgbClr val="FFE641"/>
      </a:accent4>
      <a:accent5>
        <a:srgbClr val="F9B93D"/>
      </a:accent5>
      <a:accent6>
        <a:srgbClr val="F48F35"/>
      </a:accent6>
      <a:hlink>
        <a:srgbClr val="00B2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Business Process Infographics by Slidesgo</vt:lpstr>
      <vt:lpstr>Building-IT</vt:lpstr>
      <vt:lpstr>Transformação Digital</vt:lpstr>
      <vt:lpstr>Definição do produto</vt:lpstr>
      <vt:lpstr>Contexto de negócio e oportunidades</vt:lpstr>
      <vt:lpstr>Implementação: Interface de utilizador</vt:lpstr>
      <vt:lpstr>Resultado Implementado</vt:lpstr>
      <vt:lpstr>Desenvolvimento ágil</vt:lpstr>
      <vt:lpstr>Experiência adquirida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</dc:title>
  <dc:creator>Daniel Emídio</dc:creator>
  <cp:revision>1</cp:revision>
  <dcterms:modified xsi:type="dcterms:W3CDTF">2024-06-03T15:21:42Z</dcterms:modified>
</cp:coreProperties>
</file>