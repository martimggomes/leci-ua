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76" r:id="rId3"/>
    <p:sldId id="290" r:id="rId4"/>
    <p:sldId id="291" r:id="rId5"/>
    <p:sldId id="271" r:id="rId6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8"/>
      <p:bold r:id="rId9"/>
      <p:italic r:id="rId10"/>
      <p:boldItalic r:id="rId11"/>
    </p:embeddedFont>
    <p:embeddedFont>
      <p:font typeface="Noto Sans" panose="020B050204050402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85836-0094-0459-F998-3126CFDC1FA9}" v="295" dt="2024-05-05T15:29:45.908"/>
    <p1510:client id="{2EE00127-52D0-7B9D-24B0-8604C1FB8524}" v="7" dt="2024-05-06T12:25:30.923"/>
    <p1510:client id="{677595F5-AAE4-FCA1-0368-BCED99EE3247}" v="39" dt="2024-05-05T15:44:35.063"/>
    <p1510:client id="{7733C267-5B9D-91FB-BA62-F5E385896FB0}" v="1" dt="2024-05-05T15:49:01.643"/>
    <p1510:client id="{A4F50818-3915-65DE-D607-2FCB7F22FDFD}" v="1283" dt="2024-05-06T15:20:35.594"/>
    <p1510:client id="{A9956E1D-55D9-D820-3F0D-0CABFA534BA1}" v="484" dt="2024-05-06T14:33:26.558"/>
    <p1510:client id="{F6CB52AE-7104-5240-6905-C939B011DE6A}" v="16" dt="2024-05-06T13:46:42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microsoft.com/office/2016/11/relationships/changesInfo" Target="changesInfos/changesInfo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7fe97e763a81c805ecbdc3d227101cef9607a297d190ae8b53a75040c30c958e::" providerId="AD" clId="Web-{2EE00127-52D0-7B9D-24B0-8604C1FB8524}"/>
    <pc:docChg chg="modSld">
      <pc:chgData name="Guest User" userId="S::urn:spo:anon#7fe97e763a81c805ecbdc3d227101cef9607a297d190ae8b53a75040c30c958e::" providerId="AD" clId="Web-{2EE00127-52D0-7B9D-24B0-8604C1FB8524}" dt="2024-05-06T12:25:21.891" v="2" actId="20577"/>
      <pc:docMkLst>
        <pc:docMk/>
      </pc:docMkLst>
      <pc:sldChg chg="modSp">
        <pc:chgData name="Guest User" userId="S::urn:spo:anon#7fe97e763a81c805ecbdc3d227101cef9607a297d190ae8b53a75040c30c958e::" providerId="AD" clId="Web-{2EE00127-52D0-7B9D-24B0-8604C1FB8524}" dt="2024-05-06T12:25:21.891" v="2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2EE00127-52D0-7B9D-24B0-8604C1FB8524}" dt="2024-05-06T12:25:21.891" v="2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Guest User" userId="S::urn:spo:anon#7fe97e763a81c805ecbdc3d227101cef9607a297d190ae8b53a75040c30c958e::" providerId="AD" clId="Web-{A9956E1D-55D9-D820-3F0D-0CABFA534BA1}"/>
    <pc:docChg chg="modSld">
      <pc:chgData name="Guest User" userId="S::urn:spo:anon#7fe97e763a81c805ecbdc3d227101cef9607a297d190ae8b53a75040c30c958e::" providerId="AD" clId="Web-{A9956E1D-55D9-D820-3F0D-0CABFA534BA1}" dt="2024-05-06T14:33:25.855" v="253" actId="20577"/>
      <pc:docMkLst>
        <pc:docMk/>
      </pc:docMkLst>
      <pc:sldChg chg="modSp">
        <pc:chgData name="Guest User" userId="S::urn:spo:anon#7fe97e763a81c805ecbdc3d227101cef9607a297d190ae8b53a75040c30c958e::" providerId="AD" clId="Web-{A9956E1D-55D9-D820-3F0D-0CABFA534BA1}" dt="2024-05-06T14:20:08.548" v="105" actId="20577"/>
        <pc:sldMkLst>
          <pc:docMk/>
          <pc:sldMk cId="0" sldId="276"/>
        </pc:sldMkLst>
        <pc:spChg chg="mod">
          <ac:chgData name="Guest User" userId="S::urn:spo:anon#7fe97e763a81c805ecbdc3d227101cef9607a297d190ae8b53a75040c30c958e::" providerId="AD" clId="Web-{A9956E1D-55D9-D820-3F0D-0CABFA534BA1}" dt="2024-05-06T14:20:08.548" v="105" actId="20577"/>
          <ac:spMkLst>
            <pc:docMk/>
            <pc:sldMk cId="0" sldId="276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33:25.855" v="253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A9956E1D-55D9-D820-3F0D-0CABFA534BA1}" dt="2024-05-06T14:33:25.855" v="253" actId="20577"/>
          <ac:spMkLst>
            <pc:docMk/>
            <pc:sldMk cId="1164156451" sldId="290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21:37.680" v="117"/>
        <pc:sldMkLst>
          <pc:docMk/>
          <pc:sldMk cId="223470611" sldId="291"/>
        </pc:sldMkLst>
        <pc:spChg chg="mod">
          <ac:chgData name="Guest User" userId="S::urn:spo:anon#7fe97e763a81c805ecbdc3d227101cef9607a297d190ae8b53a75040c30c958e::" providerId="AD" clId="Web-{A9956E1D-55D9-D820-3F0D-0CABFA534BA1}" dt="2024-05-06T14:21:37.680" v="11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  <pc:docChgLst>
    <pc:chgData name="Bruno Oliveira" userId="S::brunogoliveira@ua.pt::e5f99647-13aa-46cb-aca2-a8274487e73a" providerId="AD" clId="Web-{1E285836-0094-0459-F998-3126CFDC1FA9}"/>
    <pc:docChg chg="addSld delSld modSld">
      <pc:chgData name="Bruno Oliveira" userId="S::brunogoliveira@ua.pt::e5f99647-13aa-46cb-aca2-a8274487e73a" providerId="AD" clId="Web-{1E285836-0094-0459-F998-3126CFDC1FA9}" dt="2024-05-05T15:29:45.908" v="255"/>
      <pc:docMkLst>
        <pc:docMk/>
      </pc:docMkLst>
      <pc:sldChg chg="modSp">
        <pc:chgData name="Bruno Oliveira" userId="S::brunogoliveira@ua.pt::e5f99647-13aa-46cb-aca2-a8274487e73a" providerId="AD" clId="Web-{1E285836-0094-0459-F998-3126CFDC1FA9}" dt="2024-05-05T10:16:09.038" v="39" actId="20577"/>
        <pc:sldMkLst>
          <pc:docMk/>
          <pc:sldMk cId="0" sldId="256"/>
        </pc:sldMkLst>
        <pc:spChg chg="mod">
          <ac:chgData name="Bruno Oliveira" userId="S::brunogoliveira@ua.pt::e5f99647-13aa-46cb-aca2-a8274487e73a" providerId="AD" clId="Web-{1E285836-0094-0459-F998-3126CFDC1FA9}" dt="2024-05-05T10:10:12.744" v="1" actId="20577"/>
          <ac:spMkLst>
            <pc:docMk/>
            <pc:sldMk cId="0" sldId="256"/>
            <ac:spMk id="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0:16:09.038" v="39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05.844" v="248"/>
        <pc:sldMkLst>
          <pc:docMk/>
          <pc:sldMk cId="0" sldId="258"/>
        </pc:sldMkLst>
      </pc:sldChg>
      <pc:sldChg chg="del">
        <pc:chgData name="Bruno Oliveira" userId="S::brunogoliveira@ua.pt::e5f99647-13aa-46cb-aca2-a8274487e73a" providerId="AD" clId="Web-{1E285836-0094-0459-F998-3126CFDC1FA9}" dt="2024-05-05T15:29:13.923" v="251"/>
        <pc:sldMkLst>
          <pc:docMk/>
          <pc:sldMk cId="0" sldId="263"/>
        </pc:sldMkLst>
      </pc:sldChg>
      <pc:sldChg chg="del">
        <pc:chgData name="Bruno Oliveira" userId="S::brunogoliveira@ua.pt::e5f99647-13aa-46cb-aca2-a8274487e73a" providerId="AD" clId="Web-{1E285836-0094-0459-F998-3126CFDC1FA9}" dt="2024-05-05T15:29:18.251" v="253"/>
        <pc:sldMkLst>
          <pc:docMk/>
          <pc:sldMk cId="0" sldId="266"/>
        </pc:sldMkLst>
      </pc:sldChg>
      <pc:sldChg chg="del">
        <pc:chgData name="Bruno Oliveira" userId="S::brunogoliveira@ua.pt::e5f99647-13aa-46cb-aca2-a8274487e73a" providerId="AD" clId="Web-{1E285836-0094-0459-F998-3126CFDC1FA9}" dt="2024-05-05T15:29:45.908" v="255"/>
        <pc:sldMkLst>
          <pc:docMk/>
          <pc:sldMk cId="0" sldId="268"/>
        </pc:sldMkLst>
      </pc:sldChg>
      <pc:sldChg chg="addSp delSp modSp delAnim">
        <pc:chgData name="Bruno Oliveira" userId="S::brunogoliveira@ua.pt::e5f99647-13aa-46cb-aca2-a8274487e73a" providerId="AD" clId="Web-{1E285836-0094-0459-F998-3126CFDC1FA9}" dt="2024-05-05T15:28:53.469" v="247" actId="14100"/>
        <pc:sldMkLst>
          <pc:docMk/>
          <pc:sldMk cId="0" sldId="271"/>
        </pc:sldMkLst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2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38.618" v="219"/>
          <ac:spMkLst>
            <pc:docMk/>
            <pc:sldMk cId="0" sldId="271"/>
            <ac:spMk id="66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6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7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8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2.594" v="166" actId="20577"/>
          <ac:spMkLst>
            <pc:docMk/>
            <pc:sldMk cId="0" sldId="271"/>
            <ac:spMk id="67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7" v="164" actId="20577"/>
          <ac:spMkLst>
            <pc:docMk/>
            <pc:sldMk cId="0" sldId="271"/>
            <ac:spMk id="676" creationId="{00000000-0000-0000-0000-000000000000}"/>
          </ac:spMkLst>
        </pc:spChg>
        <pc:spChg chg="add del">
          <ac:chgData name="Bruno Oliveira" userId="S::brunogoliveira@ua.pt::e5f99647-13aa-46cb-aca2-a8274487e73a" providerId="AD" clId="Web-{1E285836-0094-0459-F998-3126CFDC1FA9}" dt="2024-05-05T15:14:00.326" v="109"/>
          <ac:spMkLst>
            <pc:docMk/>
            <pc:sldMk cId="0" sldId="271"/>
            <ac:spMk id="690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4.360" v="167" actId="20577"/>
          <ac:spMkLst>
            <pc:docMk/>
            <pc:sldMk cId="0" sldId="271"/>
            <ac:spMk id="69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0.453" v="152" actId="20577"/>
          <ac:spMkLst>
            <pc:docMk/>
            <pc:sldMk cId="0" sldId="271"/>
            <ac:spMk id="69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16:32.412" v="129" actId="20577"/>
          <ac:spMkLst>
            <pc:docMk/>
            <pc:sldMk cId="0" sldId="271"/>
            <ac:spMk id="696" creationId="{00000000-0000-0000-0000-000000000000}"/>
          </ac:spMkLst>
        </pc:spChg>
        <pc:grpChg chg="mod">
          <ac:chgData name="Bruno Oliveira" userId="S::brunogoliveira@ua.pt::e5f99647-13aa-46cb-aca2-a8274487e73a" providerId="AD" clId="Web-{1E285836-0094-0459-F998-3126CFDC1FA9}" dt="2024-05-05T15:23:56.023" v="204" actId="1076"/>
          <ac:grpSpMkLst>
            <pc:docMk/>
            <pc:sldMk cId="0" sldId="271"/>
            <ac:grpSpMk id="660" creationId="{00000000-0000-0000-0000-000000000000}"/>
          </ac:grpSpMkLst>
        </pc:grpChg>
        <pc:picChg chg="add del mod">
          <ac:chgData name="Bruno Oliveira" userId="S::brunogoliveira@ua.pt::e5f99647-13aa-46cb-aca2-a8274487e73a" providerId="AD" clId="Web-{1E285836-0094-0459-F998-3126CFDC1FA9}" dt="2024-05-05T15:12:58.355" v="101"/>
          <ac:picMkLst>
            <pc:docMk/>
            <pc:sldMk cId="0" sldId="271"/>
            <ac:picMk id="2" creationId="{56586A97-B849-7552-CBD1-B7A5212BD7EC}"/>
          </ac:picMkLst>
        </pc:picChg>
        <pc:picChg chg="add del mod ord modCrop">
          <ac:chgData name="Bruno Oliveira" userId="S::brunogoliveira@ua.pt::e5f99647-13aa-46cb-aca2-a8274487e73a" providerId="AD" clId="Web-{1E285836-0094-0459-F998-3126CFDC1FA9}" dt="2024-05-05T15:25:27.775" v="220"/>
          <ac:picMkLst>
            <pc:docMk/>
            <pc:sldMk cId="0" sldId="271"/>
            <ac:picMk id="3" creationId="{CDDA1703-E365-7A35-A824-0BDB68EAEAA6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7:42.011" v="136" actId="1076"/>
          <ac:picMkLst>
            <pc:docMk/>
            <pc:sldMk cId="0" sldId="271"/>
            <ac:picMk id="4" creationId="{218098C5-3467-EC3F-3737-A4E6F6085FE3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9:59.297" v="147" actId="1076"/>
          <ac:picMkLst>
            <pc:docMk/>
            <pc:sldMk cId="0" sldId="271"/>
            <ac:picMk id="5" creationId="{2464D711-E7A9-59F0-B5FC-9765CC87DE78}"/>
          </ac:picMkLst>
        </pc:picChg>
        <pc:picChg chg="add mod ord modCrop">
          <ac:chgData name="Bruno Oliveira" userId="S::brunogoliveira@ua.pt::e5f99647-13aa-46cb-aca2-a8274487e73a" providerId="AD" clId="Web-{1E285836-0094-0459-F998-3126CFDC1FA9}" dt="2024-05-05T15:28:53.469" v="247" actId="14100"/>
          <ac:picMkLst>
            <pc:docMk/>
            <pc:sldMk cId="0" sldId="271"/>
            <ac:picMk id="6" creationId="{4B260B63-DE98-C64D-A928-5A2C011B72B7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5.214" v="96"/>
          <ac:picMkLst>
            <pc:docMk/>
            <pc:sldMk cId="0" sldId="271"/>
            <ac:picMk id="3074" creationId="{64D6B666-B207-6A2A-644D-1822D4C17F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026" v="97"/>
          <ac:picMkLst>
            <pc:docMk/>
            <pc:sldMk cId="0" sldId="271"/>
            <ac:picMk id="3076" creationId="{B043AFDE-4CA3-ACCC-7D9C-63FF4ED4EC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682" v="98"/>
          <ac:picMkLst>
            <pc:docMk/>
            <pc:sldMk cId="0" sldId="271"/>
            <ac:picMk id="3078" creationId="{D53DE7CA-26ED-C884-C77A-E9A9B0CDC949}"/>
          </ac:picMkLst>
        </pc:picChg>
      </pc:sldChg>
      <pc:sldChg chg="del">
        <pc:chgData name="Bruno Oliveira" userId="S::brunogoliveira@ua.pt::e5f99647-13aa-46cb-aca2-a8274487e73a" providerId="AD" clId="Web-{1E285836-0094-0459-F998-3126CFDC1FA9}" dt="2024-05-05T15:29:12.579" v="250"/>
        <pc:sldMkLst>
          <pc:docMk/>
          <pc:sldMk cId="0" sldId="272"/>
        </pc:sldMkLst>
      </pc:sldChg>
      <pc:sldChg chg="modSp">
        <pc:chgData name="Bruno Oliveira" userId="S::brunogoliveira@ua.pt::e5f99647-13aa-46cb-aca2-a8274487e73a" providerId="AD" clId="Web-{1E285836-0094-0459-F998-3126CFDC1FA9}" dt="2024-05-05T15:01:49.580" v="69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1E285836-0094-0459-F998-3126CFDC1FA9}" dt="2024-05-05T14:54:34.642" v="68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1:49.580" v="69" actId="20577"/>
          <ac:spMkLst>
            <pc:docMk/>
            <pc:sldMk cId="0" sldId="276"/>
            <ac:spMk id="870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16.142" v="252"/>
        <pc:sldMkLst>
          <pc:docMk/>
          <pc:sldMk cId="0" sldId="281"/>
        </pc:sldMkLst>
      </pc:sldChg>
      <pc:sldChg chg="del">
        <pc:chgData name="Bruno Oliveira" userId="S::brunogoliveira@ua.pt::e5f99647-13aa-46cb-aca2-a8274487e73a" providerId="AD" clId="Web-{1E285836-0094-0459-F998-3126CFDC1FA9}" dt="2024-05-05T15:29:09.782" v="249"/>
        <pc:sldMkLst>
          <pc:docMk/>
          <pc:sldMk cId="0" sldId="282"/>
        </pc:sldMkLst>
      </pc:sldChg>
      <pc:sldChg chg="del">
        <pc:chgData name="Bruno Oliveira" userId="S::brunogoliveira@ua.pt::e5f99647-13aa-46cb-aca2-a8274487e73a" providerId="AD" clId="Web-{1E285836-0094-0459-F998-3126CFDC1FA9}" dt="2024-05-05T15:29:33.361" v="254"/>
        <pc:sldMkLst>
          <pc:docMk/>
          <pc:sldMk cId="0" sldId="284"/>
        </pc:sldMkLst>
      </pc:sldChg>
      <pc:sldChg chg="addSp delSp modSp add replId">
        <pc:chgData name="Bruno Oliveira" userId="S::brunogoliveira@ua.pt::e5f99647-13aa-46cb-aca2-a8274487e73a" providerId="AD" clId="Web-{1E285836-0094-0459-F998-3126CFDC1FA9}" dt="2024-05-05T15:03:02.301" v="91" actId="20577"/>
        <pc:sldMkLst>
          <pc:docMk/>
          <pc:sldMk cId="1164156451" sldId="290"/>
        </pc:sldMkLst>
        <pc:spChg chg="add del mod">
          <ac:chgData name="Bruno Oliveira" userId="S::brunogoliveira@ua.pt::e5f99647-13aa-46cb-aca2-a8274487e73a" providerId="AD" clId="Web-{1E285836-0094-0459-F998-3126CFDC1FA9}" dt="2024-05-05T15:03:02.301" v="91" actId="20577"/>
          <ac:spMkLst>
            <pc:docMk/>
            <pc:sldMk cId="1164156451" sldId="290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2:47.425" v="78" actId="20577"/>
          <ac:spMkLst>
            <pc:docMk/>
            <pc:sldMk cId="1164156451" sldId="290"/>
            <ac:spMk id="870" creationId="{00000000-0000-0000-0000-000000000000}"/>
          </ac:spMkLst>
        </pc:spChg>
        <pc:picChg chg="add del">
          <ac:chgData name="Bruno Oliveira" userId="S::brunogoliveira@ua.pt::e5f99647-13aa-46cb-aca2-a8274487e73a" providerId="AD" clId="Web-{1E285836-0094-0459-F998-3126CFDC1FA9}" dt="2024-05-05T15:02:59.535" v="89"/>
          <ac:picMkLst>
            <pc:docMk/>
            <pc:sldMk cId="1164156451" sldId="290"/>
            <ac:picMk id="5" creationId="{8C5B103D-E141-35BE-A648-ABB4FB46A594}"/>
          </ac:picMkLst>
        </pc:picChg>
      </pc:sldChg>
      <pc:sldChg chg="modSp add replId">
        <pc:chgData name="Bruno Oliveira" userId="S::brunogoliveira@ua.pt::e5f99647-13aa-46cb-aca2-a8274487e73a" providerId="AD" clId="Web-{1E285836-0094-0459-F998-3126CFDC1FA9}" dt="2024-05-05T15:11:50.384" v="95" actId="20577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1E285836-0094-0459-F998-3126CFDC1FA9}" dt="2024-05-05T15:11:50.384" v="95" actId="20577"/>
          <ac:spMkLst>
            <pc:docMk/>
            <pc:sldMk cId="223470611" sldId="291"/>
            <ac:spMk id="870" creationId="{00000000-0000-0000-0000-000000000000}"/>
          </ac:spMkLst>
        </pc:spChg>
      </pc:sldChg>
    </pc:docChg>
  </pc:docChgLst>
  <pc:docChgLst>
    <pc:chgData name="Rodrigo Lopes" userId="S::rmllopes@ua.pt::7f71380f-dc04-4e49-8a05-2d1eb182cfa9" providerId="AD" clId="Web-{A4F50818-3915-65DE-D607-2FCB7F22FDFD}"/>
    <pc:docChg chg="modSld">
      <pc:chgData name="Rodrigo Lopes" userId="S::rmllopes@ua.pt::7f71380f-dc04-4e49-8a05-2d1eb182cfa9" providerId="AD" clId="Web-{A4F50818-3915-65DE-D607-2FCB7F22FDFD}" dt="2024-05-06T15:20:34.438" v="651" actId="20577"/>
      <pc:docMkLst>
        <pc:docMk/>
      </pc:docMkLst>
      <pc:sldChg chg="addSp delSp modSp">
        <pc:chgData name="Rodrigo Lopes" userId="S::rmllopes@ua.pt::7f71380f-dc04-4e49-8a05-2d1eb182cfa9" providerId="AD" clId="Web-{A4F50818-3915-65DE-D607-2FCB7F22FDFD}" dt="2024-05-06T14:01:19.787" v="332" actId="20577"/>
        <pc:sldMkLst>
          <pc:docMk/>
          <pc:sldMk cId="1164156451" sldId="290"/>
        </pc:sldMkLst>
        <pc:spChg chg="mod">
          <ac:chgData name="Rodrigo Lopes" userId="S::rmllopes@ua.pt::7f71380f-dc04-4e49-8a05-2d1eb182cfa9" providerId="AD" clId="Web-{A4F50818-3915-65DE-D607-2FCB7F22FDFD}" dt="2024-05-06T14:01:19.787" v="332" actId="20577"/>
          <ac:spMkLst>
            <pc:docMk/>
            <pc:sldMk cId="1164156451" sldId="290"/>
            <ac:spMk id="2" creationId="{B2BF249C-91D0-D3A4-7B59-1C90BE08FF7F}"/>
          </ac:spMkLst>
        </pc:spChg>
        <pc:spChg chg="add del mod">
          <ac:chgData name="Rodrigo Lopes" userId="S::rmllopes@ua.pt::7f71380f-dc04-4e49-8a05-2d1eb182cfa9" providerId="AD" clId="Web-{A4F50818-3915-65DE-D607-2FCB7F22FDFD}" dt="2024-05-06T13:57:49.028" v="147"/>
          <ac:spMkLst>
            <pc:docMk/>
            <pc:sldMk cId="1164156451" sldId="290"/>
            <ac:spMk id="3" creationId="{AFDFED02-D226-B279-FA84-D9BFDA03C59E}"/>
          </ac:spMkLst>
        </pc:spChg>
      </pc:sldChg>
      <pc:sldChg chg="modSp">
        <pc:chgData name="Rodrigo Lopes" userId="S::rmllopes@ua.pt::7f71380f-dc04-4e49-8a05-2d1eb182cfa9" providerId="AD" clId="Web-{A4F50818-3915-65DE-D607-2FCB7F22FDFD}" dt="2024-05-06T15:20:34.438" v="651" actId="20577"/>
        <pc:sldMkLst>
          <pc:docMk/>
          <pc:sldMk cId="223470611" sldId="291"/>
        </pc:sldMkLst>
        <pc:spChg chg="mod">
          <ac:chgData name="Rodrigo Lopes" userId="S::rmllopes@ua.pt::7f71380f-dc04-4e49-8a05-2d1eb182cfa9" providerId="AD" clId="Web-{A4F50818-3915-65DE-D607-2FCB7F22FDFD}" dt="2024-05-06T15:20:34.438" v="651" actId="2057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  <pc:docChgLst>
    <pc:chgData name="Guest User" userId="S::urn:spo:anon#7fe97e763a81c805ecbdc3d227101cef9607a297d190ae8b53a75040c30c958e::" providerId="AD" clId="Web-{677595F5-AAE4-FCA1-0368-BCED99EE3247}"/>
    <pc:docChg chg="modSld">
      <pc:chgData name="Guest User" userId="S::urn:spo:anon#7fe97e763a81c805ecbdc3d227101cef9607a297d190ae8b53a75040c30c958e::" providerId="AD" clId="Web-{677595F5-AAE4-FCA1-0368-BCED99EE3247}" dt="2024-05-05T15:44:34.032" v="28" actId="20577"/>
      <pc:docMkLst>
        <pc:docMk/>
      </pc:docMkLst>
      <pc:sldChg chg="modSp">
        <pc:chgData name="Guest User" userId="S::urn:spo:anon#7fe97e763a81c805ecbdc3d227101cef9607a297d190ae8b53a75040c30c958e::" providerId="AD" clId="Web-{677595F5-AAE4-FCA1-0368-BCED99EE3247}" dt="2024-05-05T15:44:34.032" v="28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677595F5-AAE4-FCA1-0368-BCED99EE3247}" dt="2024-05-05T15:44:34.032" v="28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Bruno Oliveira" userId="S::brunogoliveira@ua.pt::e5f99647-13aa-46cb-aca2-a8274487e73a" providerId="AD" clId="Web-{7733C267-5B9D-91FB-BA62-F5E385896FB0}"/>
    <pc:docChg chg="delSld">
      <pc:chgData name="Bruno Oliveira" userId="S::brunogoliveira@ua.pt::e5f99647-13aa-46cb-aca2-a8274487e73a" providerId="AD" clId="Web-{7733C267-5B9D-91FB-BA62-F5E385896FB0}" dt="2024-05-05T15:49:01.643" v="0"/>
      <pc:docMkLst>
        <pc:docMk/>
      </pc:docMkLst>
      <pc:sldChg chg="del">
        <pc:chgData name="Bruno Oliveira" userId="S::brunogoliveira@ua.pt::e5f99647-13aa-46cb-aca2-a8274487e73a" providerId="AD" clId="Web-{7733C267-5B9D-91FB-BA62-F5E385896FB0}" dt="2024-05-05T15:49:01.643" v="0"/>
        <pc:sldMkLst>
          <pc:docMk/>
          <pc:sldMk cId="740256257" sldId="289"/>
        </pc:sldMkLst>
      </pc:sldChg>
    </pc:docChg>
  </pc:docChgLst>
  <pc:docChgLst>
    <pc:chgData name="Bruno Oliveira" userId="S::brunogoliveira@ua.pt::e5f99647-13aa-46cb-aca2-a8274487e73a" providerId="AD" clId="Web-{F6CB52AE-7104-5240-6905-C939B011DE6A}"/>
    <pc:docChg chg="modSld">
      <pc:chgData name="Bruno Oliveira" userId="S::brunogoliveira@ua.pt::e5f99647-13aa-46cb-aca2-a8274487e73a" providerId="AD" clId="Web-{F6CB52AE-7104-5240-6905-C939B011DE6A}" dt="2024-05-06T13:26:08.813" v="5" actId="20577"/>
      <pc:docMkLst>
        <pc:docMk/>
      </pc:docMkLst>
      <pc:sldChg chg="modSp">
        <pc:chgData name="Bruno Oliveira" userId="S::brunogoliveira@ua.pt::e5f99647-13aa-46cb-aca2-a8274487e73a" providerId="AD" clId="Web-{F6CB52AE-7104-5240-6905-C939B011DE6A}" dt="2024-05-06T13:26:08.813" v="5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F6CB52AE-7104-5240-6905-C939B011DE6A}" dt="2024-05-06T13:26:08.813" v="5" actId="20577"/>
          <ac:spMkLst>
            <pc:docMk/>
            <pc:sldMk cId="0" sldId="276"/>
            <ac:spMk id="2" creationId="{B2BF249C-91D0-D3A4-7B59-1C90BE08FF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5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280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9447a3cad7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9447a3cad7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2877450" y="1543675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2877450" y="3132425"/>
            <a:ext cx="32700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0A1F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"/>
              <a:buNone/>
              <a:defRPr sz="3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5"/>
          <p:cNvGrpSpPr/>
          <p:nvPr/>
        </p:nvGrpSpPr>
        <p:grpSpPr>
          <a:xfrm rot="-2700000">
            <a:off x="-194562" y="-2400504"/>
            <a:ext cx="9533125" cy="9532285"/>
            <a:chOff x="2411576" y="411475"/>
            <a:chExt cx="4320837" cy="4320456"/>
          </a:xfrm>
        </p:grpSpPr>
        <p:sp>
          <p:nvSpPr>
            <p:cNvPr id="56" name="Google Shape;56;p15"/>
            <p:cNvSpPr/>
            <p:nvPr/>
          </p:nvSpPr>
          <p:spPr>
            <a:xfrm>
              <a:off x="2411576" y="2608525"/>
              <a:ext cx="2123755" cy="2123406"/>
            </a:xfrm>
            <a:custGeom>
              <a:avLst/>
              <a:gdLst/>
              <a:ahLst/>
              <a:cxnLst/>
              <a:rect l="l" t="t" r="r" b="b"/>
              <a:pathLst>
                <a:path w="54743" h="54734" extrusionOk="0">
                  <a:moveTo>
                    <a:pt x="0" y="1"/>
                  </a:moveTo>
                  <a:cubicBezTo>
                    <a:pt x="0" y="30226"/>
                    <a:pt x="24509" y="54734"/>
                    <a:pt x="54743" y="54734"/>
                  </a:cubicBezTo>
                  <a:lnTo>
                    <a:pt x="547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2579714" y="653324"/>
              <a:ext cx="1955617" cy="1955229"/>
            </a:xfrm>
            <a:custGeom>
              <a:avLst/>
              <a:gdLst/>
              <a:ahLst/>
              <a:cxnLst/>
              <a:rect l="l" t="t" r="r" b="b"/>
              <a:pathLst>
                <a:path w="50409" h="50399" extrusionOk="0">
                  <a:moveTo>
                    <a:pt x="50409" y="0"/>
                  </a:moveTo>
                  <a:cubicBezTo>
                    <a:pt x="22574" y="0"/>
                    <a:pt x="1" y="22564"/>
                    <a:pt x="1" y="50399"/>
                  </a:cubicBezTo>
                  <a:lnTo>
                    <a:pt x="50409" y="50399"/>
                  </a:lnTo>
                  <a:lnTo>
                    <a:pt x="50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4535297" y="411475"/>
              <a:ext cx="2197116" cy="2197077"/>
            </a:xfrm>
            <a:custGeom>
              <a:avLst/>
              <a:gdLst/>
              <a:ahLst/>
              <a:cxnLst/>
              <a:rect l="l" t="t" r="r" b="b"/>
              <a:pathLst>
                <a:path w="56634" h="56633" extrusionOk="0">
                  <a:moveTo>
                    <a:pt x="1" y="0"/>
                  </a:moveTo>
                  <a:lnTo>
                    <a:pt x="1" y="56633"/>
                  </a:lnTo>
                  <a:lnTo>
                    <a:pt x="56634" y="56633"/>
                  </a:lnTo>
                  <a:cubicBezTo>
                    <a:pt x="56634" y="25356"/>
                    <a:pt x="31278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535297" y="2608525"/>
              <a:ext cx="1923766" cy="1923766"/>
            </a:xfrm>
            <a:custGeom>
              <a:avLst/>
              <a:gdLst/>
              <a:ahLst/>
              <a:cxnLst/>
              <a:rect l="l" t="t" r="r" b="b"/>
              <a:pathLst>
                <a:path w="49588" h="49588" extrusionOk="0">
                  <a:moveTo>
                    <a:pt x="1" y="1"/>
                  </a:moveTo>
                  <a:lnTo>
                    <a:pt x="1" y="49588"/>
                  </a:lnTo>
                  <a:cubicBezTo>
                    <a:pt x="27381" y="49588"/>
                    <a:pt x="49588" y="27390"/>
                    <a:pt x="495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3504938" y="1578163"/>
              <a:ext cx="2060441" cy="2060441"/>
            </a:xfrm>
            <a:custGeom>
              <a:avLst/>
              <a:gdLst/>
              <a:ahLst/>
              <a:cxnLst/>
              <a:rect l="l" t="t" r="r" b="b"/>
              <a:pathLst>
                <a:path w="53111" h="53111" extrusionOk="0">
                  <a:moveTo>
                    <a:pt x="26560" y="0"/>
                  </a:moveTo>
                  <a:cubicBezTo>
                    <a:pt x="11889" y="0"/>
                    <a:pt x="0" y="11889"/>
                    <a:pt x="0" y="26560"/>
                  </a:cubicBezTo>
                  <a:cubicBezTo>
                    <a:pt x="0" y="41222"/>
                    <a:pt x="11889" y="53110"/>
                    <a:pt x="26560" y="53110"/>
                  </a:cubicBezTo>
                  <a:cubicBezTo>
                    <a:pt x="41222" y="53110"/>
                    <a:pt x="53111" y="41222"/>
                    <a:pt x="53111" y="26560"/>
                  </a:cubicBezTo>
                  <a:cubicBezTo>
                    <a:pt x="53111" y="11889"/>
                    <a:pt x="41222" y="0"/>
                    <a:pt x="26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2877450" y="999990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Building-IT</a:t>
            </a:r>
            <a:endParaRPr lang="en-US">
              <a:solidFill>
                <a:schemeClr val="lt2"/>
              </a:solidFill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2877450" y="2828944"/>
            <a:ext cx="3270000" cy="132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tx2"/>
                </a:solidFill>
              </a:rPr>
              <a:t>António Costa – 113594</a:t>
            </a:r>
            <a:endParaRPr lang="en-US">
              <a:solidFill>
                <a:schemeClr val="tx2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tx2"/>
                </a:solidFill>
              </a:rPr>
              <a:t>Bruno Oliveira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113663</a:t>
            </a:r>
            <a:r>
              <a:rPr lang="en">
                <a:solidFill>
                  <a:schemeClr val="tx2"/>
                </a:solidFill>
              </a:rPr>
              <a:t>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Rodrigo Lopes</a:t>
            </a:r>
            <a:r>
              <a:rPr lang="en">
                <a:solidFill>
                  <a:schemeClr val="tx2"/>
                </a:solidFill>
              </a:rPr>
              <a:t>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113811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Rúben Franco </a:t>
            </a:r>
            <a:r>
              <a:rPr lang="en">
                <a:solidFill>
                  <a:schemeClr val="tx2"/>
                </a:solidFill>
              </a:rPr>
              <a:t>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114827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Metodologia</a:t>
            </a:r>
            <a:r>
              <a:rPr lang="en" sz="3100"/>
              <a:t> </a:t>
            </a:r>
            <a:r>
              <a:rPr lang="en" sz="3100" err="1"/>
              <a:t>utilizada</a:t>
            </a:r>
            <a:r>
              <a:rPr lang="en" sz="3100"/>
              <a:t> </a:t>
            </a:r>
            <a:r>
              <a:rPr lang="en" sz="3100" err="1"/>
              <a:t>na</a:t>
            </a:r>
            <a:r>
              <a:rPr lang="en" sz="3100"/>
              <a:t> </a:t>
            </a:r>
            <a:r>
              <a:rPr lang="en" sz="3100" err="1"/>
              <a:t>prototipagem</a:t>
            </a:r>
            <a:endParaRPr lang="en-US" err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090961" y="1034174"/>
            <a:ext cx="6962078" cy="1456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Definir claramente os objetivos da experiência do utilizador</a:t>
            </a:r>
            <a:endParaRPr lang="en-US" sz="1800"/>
          </a:p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Desenvolver personagens representativas dos diferentes segmentos de utilizadores</a:t>
            </a:r>
          </a:p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Utilizar o </a:t>
            </a:r>
            <a:r>
              <a:rPr lang="pt-PT" sz="1800" err="1"/>
              <a:t>Figma</a:t>
            </a:r>
            <a:r>
              <a:rPr lang="pt-PT" sz="1800"/>
              <a:t> para criar um protótipo inicial da aplicação</a:t>
            </a:r>
          </a:p>
        </p:txBody>
      </p:sp>
      <p:pic>
        <p:nvPicPr>
          <p:cNvPr id="5" name="Imagem 4" descr="Uma imagem com texto, Tipo de letra, captura de ecrã, Gráficos&#10;&#10;Descrição gerada automaticamente">
            <a:extLst>
              <a:ext uri="{FF2B5EF4-FFF2-40B4-BE49-F238E27FC236}">
                <a16:creationId xmlns:a16="http://schemas.microsoft.com/office/drawing/2014/main" id="{8C5B103D-E141-35BE-A648-ABB4FB46A5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462" b="99279" l="32703" r="97838">
                        <a14:foregroundMark x1="54459" y1="89183" x2="41486" y2="65625"/>
                        <a14:foregroundMark x1="41486" y1="65625" x2="47703" y2="37740"/>
                        <a14:foregroundMark x1="47703" y1="37740" x2="76351" y2="28846"/>
                        <a14:foregroundMark x1="76351" y1="28846" x2="90270" y2="48077"/>
                        <a14:foregroundMark x1="90270" y1="48077" x2="92838" y2="77404"/>
                        <a14:foregroundMark x1="92838" y1="77404" x2="76757" y2="90385"/>
                        <a14:foregroundMark x1="76757" y1="90385" x2="54595" y2="91587"/>
                        <a14:foregroundMark x1="49595" y1="92067" x2="41351" y2="73317"/>
                        <a14:foregroundMark x1="41351" y1="73317" x2="42568" y2="45433"/>
                        <a14:foregroundMark x1="42568" y1="45433" x2="66216" y2="16106"/>
                        <a14:foregroundMark x1="66216" y1="16106" x2="94324" y2="17548"/>
                        <a14:foregroundMark x1="94324" y1="17548" x2="97568" y2="82452"/>
                        <a14:foregroundMark x1="97568" y1="82452" x2="42162" y2="96635"/>
                        <a14:foregroundMark x1="42162" y1="96635" x2="36486" y2="72596"/>
                        <a14:foregroundMark x1="36486" y1="72596" x2="41892" y2="64904"/>
                        <a14:foregroundMark x1="49054" y1="26202" x2="57973" y2="17067"/>
                        <a14:foregroundMark x1="57973" y1="17067" x2="72027" y2="15625"/>
                        <a14:foregroundMark x1="72027" y1="15625" x2="91081" y2="18510"/>
                        <a14:foregroundMark x1="91081" y1="18510" x2="97973" y2="50962"/>
                        <a14:foregroundMark x1="97973" y1="50962" x2="92838" y2="99279"/>
                        <a14:foregroundMark x1="92838" y1="99279" x2="37027" y2="91827"/>
                        <a14:foregroundMark x1="37027" y1="91827" x2="35946" y2="68029"/>
                        <a14:foregroundMark x1="44547" y1="24618" x2="46757" y2="13462"/>
                        <a14:foregroundMark x1="41363" y1="40687" x2="42039" y2="37277"/>
                        <a14:foregroundMark x1="35946" y1="68029" x2="40341" y2="45850"/>
                        <a14:foregroundMark x1="89595" y1="22356" x2="99459" y2="42067"/>
                        <a14:foregroundMark x1="99459" y1="42067" x2="95811" y2="82452"/>
                        <a14:foregroundMark x1="95811" y1="82452" x2="88784" y2="97115"/>
                        <a14:foregroundMark x1="88784" y1="97115" x2="32703" y2="99279"/>
                        <a14:foregroundMark x1="57568" y1="93510" x2="90270" y2="86058"/>
                        <a14:foregroundMark x1="90270" y1="86058" x2="97838" y2="67788"/>
                        <a14:foregroundMark x1="97838" y1="67788" x2="97838" y2="67788"/>
                        <a14:foregroundMark x1="80541" y1="32692" x2="67162" y2="39183"/>
                        <a14:foregroundMark x1="67162" y1="39183" x2="59324" y2="66346"/>
                        <a14:foregroundMark x1="59324" y1="66346" x2="70135" y2="77163"/>
                        <a14:foregroundMark x1="70135" y1="77163" x2="82568" y2="52404"/>
                        <a14:foregroundMark x1="82568" y1="52404" x2="78919" y2="33413"/>
                        <a14:foregroundMark x1="78919" y1="33413" x2="77162" y2="31490"/>
                        <a14:foregroundMark x1="71892" y1="36779" x2="71892" y2="38462"/>
                        <a14:foregroundMark x1="75000" y1="39904" x2="74189" y2="41827"/>
                        <a14:foregroundMark x1="73243" y1="44952" x2="73784" y2="46154"/>
                        <a14:backgroundMark x1="41622" y1="21875" x2="37027" y2="41346"/>
                        <a14:backgroundMark x1="37027" y1="41346" x2="34459" y2="40865"/>
                        <a14:backgroundMark x1="43784" y1="23798" x2="37162" y2="40865"/>
                        <a14:backgroundMark x1="37162" y1="40865" x2="36486" y2="40144"/>
                        <a14:backgroundMark x1="41351" y1="26923" x2="37432" y2="43510"/>
                        <a14:backgroundMark x1="37432" y1="43510" x2="38243" y2="37740"/>
                        <a14:backgroundMark x1="38243" y1="25962" x2="36757" y2="42788"/>
                        <a14:backgroundMark x1="39459" y1="37260" x2="38378" y2="38462"/>
                        <a14:backgroundMark x1="40405" y1="39183" x2="37973" y2="42788"/>
                      </a14:backgroundRemoval>
                    </a14:imgEffect>
                  </a14:imgLayer>
                </a14:imgProps>
              </a:ext>
            </a:extLst>
          </a:blip>
          <a:srcRect l="37417" t="16484"/>
          <a:stretch/>
        </p:blipFill>
        <p:spPr>
          <a:xfrm>
            <a:off x="3074541" y="2896731"/>
            <a:ext cx="2994917" cy="2246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Requisitos</a:t>
            </a:r>
            <a:r>
              <a:rPr lang="en" sz="3100"/>
              <a:t> </a:t>
            </a:r>
            <a:r>
              <a:rPr lang="en" sz="3100" err="1"/>
              <a:t>funcionais</a:t>
            </a:r>
            <a:endParaRPr lang="en-US" err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090961" y="1034174"/>
            <a:ext cx="6962078" cy="25648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Monitorizar as taxas de consumo de energia elétrica e água - O utilizador deve conseguir inspecionar as quantidades de energia e água que está a ser consumida, e quais os locais de mais ou menos consumo;</a:t>
            </a:r>
            <a:endParaRPr lang="en-US"/>
          </a:p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Controlo da iluminação inteligente – O utilizador deve conseguir controlar remotamente a intensidade e o horário da iluminação;</a:t>
            </a:r>
          </a:p>
          <a:p>
            <a:pPr marL="285750" indent="-285750">
              <a:spcBef>
                <a:spcPts val="1000"/>
              </a:spcBef>
              <a:buChar char="•"/>
            </a:pPr>
            <a:r>
              <a:rPr lang="pt-PT" sz="1800"/>
              <a:t>Controlo da temperatura – O utilizador deve poder controlar a temperatura das diversas divisões de casa.</a:t>
            </a:r>
          </a:p>
        </p:txBody>
      </p:sp>
    </p:spTree>
    <p:extLst>
      <p:ext uri="{BB962C8B-B14F-4D97-AF65-F5344CB8AC3E}">
        <p14:creationId xmlns:p14="http://schemas.microsoft.com/office/powerpoint/2010/main" val="116415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Requisitos</a:t>
            </a:r>
            <a:r>
              <a:rPr lang="en" sz="3100"/>
              <a:t> </a:t>
            </a:r>
            <a:r>
              <a:rPr lang="en" sz="3100" err="1"/>
              <a:t>não</a:t>
            </a:r>
            <a:r>
              <a:rPr lang="en" sz="3100"/>
              <a:t> </a:t>
            </a:r>
            <a:r>
              <a:rPr lang="en" sz="3100" err="1"/>
              <a:t>funcionais</a:t>
            </a:r>
            <a:endParaRPr lang="en-US" err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090961" y="1034174"/>
            <a:ext cx="6962078" cy="38677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000"/>
              </a:spcBef>
              <a:buChar char="•"/>
            </a:pPr>
            <a:r>
              <a:rPr lang="pt-PT" sz="1800" dirty="0"/>
              <a:t>Desempenho – O sistema deve ser responsivo e eficiente, deve dar feedback de algum problema ao utilizador o mais rápido possível;</a:t>
            </a:r>
            <a:endParaRPr lang="en-US" sz="1800" dirty="0"/>
          </a:p>
          <a:p>
            <a:pPr marL="285750" indent="-285750">
              <a:spcBef>
                <a:spcPts val="1000"/>
              </a:spcBef>
              <a:buChar char="•"/>
            </a:pPr>
            <a:r>
              <a:rPr lang="pt-PT" sz="1800" dirty="0"/>
              <a:t>Escalabilidade – O sistema deve conseguir lidar com diversos dispositivos e utilizadores ao mesmo tempo, sem comprometer o desempenho;</a:t>
            </a:r>
          </a:p>
          <a:p>
            <a:pPr marL="285750" indent="-285750">
              <a:spcBef>
                <a:spcPts val="1000"/>
              </a:spcBef>
              <a:buChar char="•"/>
            </a:pPr>
            <a:endParaRPr lang="pt-PT" sz="1800"/>
          </a:p>
          <a:p>
            <a:pPr marL="285750" indent="-285750">
              <a:buChar char="•"/>
            </a:pPr>
            <a:r>
              <a:rPr lang="pt-PT" sz="1800" dirty="0"/>
              <a:t>Usabilidade – A interface do utilizador deve ser intuitiva e de fácil utilização </a:t>
            </a:r>
          </a:p>
          <a:p>
            <a:pPr marL="285750" indent="-285750">
              <a:spcBef>
                <a:spcPts val="1000"/>
              </a:spcBef>
              <a:buChar char="•"/>
            </a:pPr>
            <a:endParaRPr lang="pt-PT" sz="1800"/>
          </a:p>
          <a:p>
            <a:pPr marL="285750" indent="-285750">
              <a:spcBef>
                <a:spcPts val="1000"/>
              </a:spcBef>
              <a:buChar char="•"/>
            </a:pPr>
            <a:endParaRPr lang="pt-PT" sz="1800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47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0"/>
          <p:cNvSpPr/>
          <p:nvPr/>
        </p:nvSpPr>
        <p:spPr>
          <a:xfrm>
            <a:off x="1086373" y="4259015"/>
            <a:ext cx="6971267" cy="7029"/>
          </a:xfrm>
          <a:custGeom>
            <a:avLst/>
            <a:gdLst/>
            <a:ahLst/>
            <a:cxnLst/>
            <a:rect l="l" t="t" r="r" b="b"/>
            <a:pathLst>
              <a:path w="126956" h="128" extrusionOk="0">
                <a:moveTo>
                  <a:pt x="0" y="1"/>
                </a:moveTo>
                <a:lnTo>
                  <a:pt x="0" y="128"/>
                </a:lnTo>
                <a:lnTo>
                  <a:pt x="126955" y="128"/>
                </a:lnTo>
                <a:lnTo>
                  <a:pt x="126955" y="1"/>
                </a:lnTo>
                <a:close/>
              </a:path>
            </a:pathLst>
          </a:custGeom>
          <a:solidFill>
            <a:srgbClr val="0A1F30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30"/>
          <p:cNvGrpSpPr/>
          <p:nvPr/>
        </p:nvGrpSpPr>
        <p:grpSpPr>
          <a:xfrm>
            <a:off x="5794683" y="1224622"/>
            <a:ext cx="1653868" cy="3311130"/>
            <a:chOff x="6443162" y="1224622"/>
            <a:chExt cx="1653868" cy="3311130"/>
          </a:xfrm>
        </p:grpSpPr>
        <p:sp>
          <p:nvSpPr>
            <p:cNvPr id="661" name="Google Shape;661;p30"/>
            <p:cNvSpPr/>
            <p:nvPr/>
          </p:nvSpPr>
          <p:spPr>
            <a:xfrm>
              <a:off x="6443219" y="2036867"/>
              <a:ext cx="1596471" cy="2124524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6617603" y="1342240"/>
              <a:ext cx="1246898" cy="1246788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6779588" y="1518227"/>
              <a:ext cx="922914" cy="894030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6945374" y="3945405"/>
              <a:ext cx="591116" cy="590347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7210247" y="1224622"/>
              <a:ext cx="763998" cy="740660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0"/>
            <p:cNvSpPr txBox="1"/>
            <p:nvPr/>
          </p:nvSpPr>
          <p:spPr>
            <a:xfrm>
              <a:off x="6443200" y="2937307"/>
              <a:ext cx="1596600" cy="10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300">
                <a:solidFill>
                  <a:schemeClr val="lt2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667" name="Google Shape;667;p30"/>
            <p:cNvSpPr txBox="1"/>
            <p:nvPr/>
          </p:nvSpPr>
          <p:spPr>
            <a:xfrm>
              <a:off x="6443162" y="2676991"/>
              <a:ext cx="1653868" cy="503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pt-PT" sz="1200" b="1">
                  <a:solidFill>
                    <a:schemeClr val="accent6"/>
                  </a:solidFill>
                  <a:latin typeface="Fira Sans Extra Condensed"/>
                  <a:sym typeface="Fira Sans Extra Condensed"/>
                </a:rPr>
                <a:t>Monitorização de Energias Renováveis</a:t>
              </a:r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668" name="Google Shape;668;p30"/>
            <p:cNvSpPr txBox="1"/>
            <p:nvPr/>
          </p:nvSpPr>
          <p:spPr>
            <a:xfrm>
              <a:off x="6953199" y="3908395"/>
              <a:ext cx="576600" cy="4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69" name="Google Shape;669;p30"/>
          <p:cNvGrpSpPr/>
          <p:nvPr/>
        </p:nvGrpSpPr>
        <p:grpSpPr>
          <a:xfrm>
            <a:off x="3772951" y="1224622"/>
            <a:ext cx="1596607" cy="3311130"/>
            <a:chOff x="4657593" y="1224622"/>
            <a:chExt cx="1596607" cy="3311130"/>
          </a:xfrm>
        </p:grpSpPr>
        <p:sp>
          <p:nvSpPr>
            <p:cNvPr id="670" name="Google Shape;670;p30"/>
            <p:cNvSpPr/>
            <p:nvPr/>
          </p:nvSpPr>
          <p:spPr>
            <a:xfrm>
              <a:off x="4657593" y="2036867"/>
              <a:ext cx="1596526" cy="2124524"/>
            </a:xfrm>
            <a:custGeom>
              <a:avLst/>
              <a:gdLst/>
              <a:ahLst/>
              <a:cxnLst/>
              <a:rect l="l" t="t" r="r" b="b"/>
              <a:pathLst>
                <a:path w="29074" h="30817" extrusionOk="0">
                  <a:moveTo>
                    <a:pt x="185" y="0"/>
                  </a:moveTo>
                  <a:cubicBezTo>
                    <a:pt x="86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9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4832037" y="1342240"/>
              <a:ext cx="1246788" cy="1246788"/>
            </a:xfrm>
            <a:custGeom>
              <a:avLst/>
              <a:gdLst/>
              <a:ahLst/>
              <a:cxnLst/>
              <a:rect l="l" t="t" r="r" b="b"/>
              <a:pathLst>
                <a:path w="22705" h="22705" extrusionOk="0">
                  <a:moveTo>
                    <a:pt x="11360" y="0"/>
                  </a:moveTo>
                  <a:cubicBezTo>
                    <a:pt x="5091" y="0"/>
                    <a:pt x="1" y="5077"/>
                    <a:pt x="1" y="11345"/>
                  </a:cubicBezTo>
                  <a:cubicBezTo>
                    <a:pt x="1" y="17614"/>
                    <a:pt x="5091" y="22704"/>
                    <a:pt x="11360" y="22704"/>
                  </a:cubicBezTo>
                  <a:cubicBezTo>
                    <a:pt x="17628" y="22704"/>
                    <a:pt x="22705" y="17614"/>
                    <a:pt x="22705" y="11345"/>
                  </a:cubicBezTo>
                  <a:cubicBezTo>
                    <a:pt x="22705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4994735" y="1518227"/>
              <a:ext cx="922146" cy="894030"/>
            </a:xfrm>
            <a:custGeom>
              <a:avLst/>
              <a:gdLst/>
              <a:ahLst/>
              <a:cxnLst/>
              <a:rect l="l" t="t" r="r" b="b"/>
              <a:pathLst>
                <a:path w="16793" h="16281" extrusionOk="0">
                  <a:moveTo>
                    <a:pt x="8397" y="0"/>
                  </a:moveTo>
                  <a:cubicBezTo>
                    <a:pt x="3760" y="0"/>
                    <a:pt x="1" y="3644"/>
                    <a:pt x="1" y="8140"/>
                  </a:cubicBezTo>
                  <a:cubicBezTo>
                    <a:pt x="1" y="12635"/>
                    <a:pt x="3760" y="16281"/>
                    <a:pt x="8397" y="16281"/>
                  </a:cubicBezTo>
                  <a:cubicBezTo>
                    <a:pt x="13035" y="16281"/>
                    <a:pt x="16792" y="12635"/>
                    <a:pt x="16792" y="8140"/>
                  </a:cubicBezTo>
                  <a:cubicBezTo>
                    <a:pt x="16792" y="3644"/>
                    <a:pt x="13035" y="0"/>
                    <a:pt x="8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5160598" y="3945405"/>
              <a:ext cx="590292" cy="590347"/>
            </a:xfrm>
            <a:custGeom>
              <a:avLst/>
              <a:gdLst/>
              <a:ahLst/>
              <a:cxnLst/>
              <a:rect l="l" t="t" r="r" b="b"/>
              <a:pathLst>
                <a:path w="10750" h="10751" extrusionOk="0">
                  <a:moveTo>
                    <a:pt x="5375" y="0"/>
                  </a:moveTo>
                  <a:cubicBezTo>
                    <a:pt x="2396" y="0"/>
                    <a:pt x="0" y="2411"/>
                    <a:pt x="0" y="5375"/>
                  </a:cubicBezTo>
                  <a:cubicBezTo>
                    <a:pt x="0" y="8353"/>
                    <a:pt x="2396" y="10750"/>
                    <a:pt x="5375" y="10750"/>
                  </a:cubicBezTo>
                  <a:cubicBezTo>
                    <a:pt x="8339" y="10750"/>
                    <a:pt x="10750" y="8353"/>
                    <a:pt x="10750" y="5375"/>
                  </a:cubicBezTo>
                  <a:cubicBezTo>
                    <a:pt x="10750" y="2411"/>
                    <a:pt x="8339" y="0"/>
                    <a:pt x="53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5434785" y="1224622"/>
              <a:ext cx="763943" cy="740660"/>
            </a:xfrm>
            <a:custGeom>
              <a:avLst/>
              <a:gdLst/>
              <a:ahLst/>
              <a:cxnLst/>
              <a:rect l="l" t="t" r="r" b="b"/>
              <a:pathLst>
                <a:path w="13912" h="13488" extrusionOk="0">
                  <a:moveTo>
                    <a:pt x="0" y="0"/>
                  </a:moveTo>
                  <a:lnTo>
                    <a:pt x="0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 txBox="1"/>
            <p:nvPr/>
          </p:nvSpPr>
          <p:spPr>
            <a:xfrm>
              <a:off x="4657600" y="2937307"/>
              <a:ext cx="1596600" cy="10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300">
                <a:solidFill>
                  <a:schemeClr val="lt2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676" name="Google Shape;676;p30"/>
            <p:cNvSpPr txBox="1"/>
            <p:nvPr/>
          </p:nvSpPr>
          <p:spPr>
            <a:xfrm>
              <a:off x="4657600" y="2663310"/>
              <a:ext cx="15966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pt-PT" sz="15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Controlo da Iluminação</a:t>
              </a:r>
              <a:endParaRPr sz="1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77" name="Google Shape;677;p30"/>
            <p:cNvSpPr txBox="1"/>
            <p:nvPr/>
          </p:nvSpPr>
          <p:spPr>
            <a:xfrm>
              <a:off x="5167574" y="3908395"/>
              <a:ext cx="576600" cy="4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87" name="Google Shape;687;p30"/>
          <p:cNvGrpSpPr/>
          <p:nvPr/>
        </p:nvGrpSpPr>
        <p:grpSpPr>
          <a:xfrm>
            <a:off x="1668007" y="1224622"/>
            <a:ext cx="1596600" cy="3311130"/>
            <a:chOff x="1086400" y="1224622"/>
            <a:chExt cx="1596600" cy="3311130"/>
          </a:xfrm>
        </p:grpSpPr>
        <p:sp>
          <p:nvSpPr>
            <p:cNvPr id="688" name="Google Shape;688;p30"/>
            <p:cNvSpPr/>
            <p:nvPr/>
          </p:nvSpPr>
          <p:spPr>
            <a:xfrm>
              <a:off x="1086400" y="2036867"/>
              <a:ext cx="1596471" cy="2124524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4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8" y="30816"/>
                  </a:cubicBezTo>
                  <a:lnTo>
                    <a:pt x="28434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1260795" y="1342240"/>
              <a:ext cx="1247667" cy="1246788"/>
            </a:xfrm>
            <a:custGeom>
              <a:avLst/>
              <a:gdLst/>
              <a:ahLst/>
              <a:cxnLst/>
              <a:rect l="l" t="t" r="r" b="b"/>
              <a:pathLst>
                <a:path w="22721" h="22705" extrusionOk="0">
                  <a:moveTo>
                    <a:pt x="11360" y="0"/>
                  </a:moveTo>
                  <a:cubicBezTo>
                    <a:pt x="5092" y="0"/>
                    <a:pt x="1" y="5077"/>
                    <a:pt x="1" y="11345"/>
                  </a:cubicBezTo>
                  <a:cubicBezTo>
                    <a:pt x="1" y="17614"/>
                    <a:pt x="5092" y="22704"/>
                    <a:pt x="11360" y="22704"/>
                  </a:cubicBezTo>
                  <a:cubicBezTo>
                    <a:pt x="17628" y="22704"/>
                    <a:pt x="22720" y="17614"/>
                    <a:pt x="22720" y="11345"/>
                  </a:cubicBezTo>
                  <a:cubicBezTo>
                    <a:pt x="22720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1423548" y="1518227"/>
              <a:ext cx="922091" cy="894030"/>
            </a:xfrm>
            <a:custGeom>
              <a:avLst/>
              <a:gdLst/>
              <a:ahLst/>
              <a:cxnLst/>
              <a:rect l="l" t="t" r="r" b="b"/>
              <a:pathLst>
                <a:path w="16792" h="16281" extrusionOk="0">
                  <a:moveTo>
                    <a:pt x="8396" y="0"/>
                  </a:moveTo>
                  <a:cubicBezTo>
                    <a:pt x="3759" y="0"/>
                    <a:pt x="0" y="3644"/>
                    <a:pt x="0" y="8140"/>
                  </a:cubicBezTo>
                  <a:cubicBezTo>
                    <a:pt x="0" y="12635"/>
                    <a:pt x="3759" y="16281"/>
                    <a:pt x="8396" y="16281"/>
                  </a:cubicBezTo>
                  <a:cubicBezTo>
                    <a:pt x="13034" y="16281"/>
                    <a:pt x="16792" y="12635"/>
                    <a:pt x="16792" y="8140"/>
                  </a:cubicBezTo>
                  <a:cubicBezTo>
                    <a:pt x="16792" y="3644"/>
                    <a:pt x="13034" y="0"/>
                    <a:pt x="8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1589399" y="3945405"/>
              <a:ext cx="590347" cy="590347"/>
            </a:xfrm>
            <a:custGeom>
              <a:avLst/>
              <a:gdLst/>
              <a:ahLst/>
              <a:cxnLst/>
              <a:rect l="l" t="t" r="r" b="b"/>
              <a:pathLst>
                <a:path w="10751" h="10751" extrusionOk="0">
                  <a:moveTo>
                    <a:pt x="5375" y="0"/>
                  </a:moveTo>
                  <a:cubicBezTo>
                    <a:pt x="2397" y="0"/>
                    <a:pt x="1" y="2411"/>
                    <a:pt x="1" y="5375"/>
                  </a:cubicBezTo>
                  <a:cubicBezTo>
                    <a:pt x="1" y="8353"/>
                    <a:pt x="2397" y="10750"/>
                    <a:pt x="5375" y="10750"/>
                  </a:cubicBezTo>
                  <a:cubicBezTo>
                    <a:pt x="8340" y="10750"/>
                    <a:pt x="10750" y="8353"/>
                    <a:pt x="10750" y="5375"/>
                  </a:cubicBezTo>
                  <a:cubicBezTo>
                    <a:pt x="10750" y="2411"/>
                    <a:pt x="8340" y="0"/>
                    <a:pt x="5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1884518" y="1224622"/>
              <a:ext cx="764053" cy="740660"/>
            </a:xfrm>
            <a:custGeom>
              <a:avLst/>
              <a:gdLst/>
              <a:ahLst/>
              <a:cxnLst/>
              <a:rect l="l" t="t" r="r" b="b"/>
              <a:pathLst>
                <a:path w="13914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46" y="213"/>
                    <a:pt x="13701" y="6170"/>
                    <a:pt x="13701" y="13487"/>
                  </a:cubicBezTo>
                  <a:lnTo>
                    <a:pt x="13914" y="13487"/>
                  </a:lnTo>
                  <a:cubicBezTo>
                    <a:pt x="13914" y="6041"/>
                    <a:pt x="7674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 txBox="1"/>
            <p:nvPr/>
          </p:nvSpPr>
          <p:spPr>
            <a:xfrm>
              <a:off x="1086400" y="2940639"/>
              <a:ext cx="1596600" cy="101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sz="1300">
                <a:solidFill>
                  <a:schemeClr val="lt2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694" name="Google Shape;694;p30"/>
            <p:cNvSpPr txBox="1"/>
            <p:nvPr/>
          </p:nvSpPr>
          <p:spPr>
            <a:xfrm>
              <a:off x="1086400" y="2664553"/>
              <a:ext cx="15966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pt-PT" sz="15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Deteção de Fugas</a:t>
              </a:r>
              <a:endParaRPr sz="15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95" name="Google Shape;695;p30"/>
            <p:cNvSpPr txBox="1"/>
            <p:nvPr/>
          </p:nvSpPr>
          <p:spPr>
            <a:xfrm>
              <a:off x="1598524" y="3908395"/>
              <a:ext cx="576600" cy="4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pic>
        <p:nvPicPr>
          <p:cNvPr id="6" name="Picture 5" descr="Cano De Metal Partido Com Ilustração Do Vetor De Estilo Plano De água  Vazante. Parte Do Gasoduto Ilustração do Vetor - Ilustração de fluir,  cartoon: 266723039">
            <a:extLst>
              <a:ext uri="{FF2B5EF4-FFF2-40B4-BE49-F238E27FC236}">
                <a16:creationId xmlns:a16="http://schemas.microsoft.com/office/drawing/2014/main" id="{4B260B63-DE98-C64D-A928-5A2C011B72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14" t="28571" r="28214" b="14222"/>
          <a:stretch/>
        </p:blipFill>
        <p:spPr>
          <a:xfrm>
            <a:off x="2012281" y="1524681"/>
            <a:ext cx="916748" cy="89651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96" name="Google Shape;696;p3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err="1"/>
              <a:t>Cenários</a:t>
            </a:r>
            <a:endParaRPr err="1"/>
          </a:p>
        </p:txBody>
      </p:sp>
      <p:pic>
        <p:nvPicPr>
          <p:cNvPr id="4" name="Picture 3" descr="Lamp Vector Stall Lineal Color icon">
            <a:extLst>
              <a:ext uri="{FF2B5EF4-FFF2-40B4-BE49-F238E27FC236}">
                <a16:creationId xmlns:a16="http://schemas.microsoft.com/office/drawing/2014/main" id="{218098C5-3467-EC3F-3737-A4E6F6085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274" y="1462086"/>
            <a:ext cx="933451" cy="939404"/>
          </a:xfrm>
          <a:prstGeom prst="rect">
            <a:avLst/>
          </a:prstGeom>
        </p:spPr>
      </p:pic>
      <p:pic>
        <p:nvPicPr>
          <p:cNvPr id="5" name="Picture 4" descr="Solar Panel Power Design Graphic Vector, Power, Design, Graphic PNG and  Vector with Transparent Background for Free Download">
            <a:extLst>
              <a:ext uri="{FF2B5EF4-FFF2-40B4-BE49-F238E27FC236}">
                <a16:creationId xmlns:a16="http://schemas.microsoft.com/office/drawing/2014/main" id="{2464D711-E7A9-59F0-B5FC-9765CC87D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8" y="1642584"/>
            <a:ext cx="629843" cy="673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Process Infographics by Slidesgo">
  <a:themeElements>
    <a:clrScheme name="Simple Light">
      <a:dk1>
        <a:srgbClr val="00B2BC"/>
      </a:dk1>
      <a:lt1>
        <a:srgbClr val="2AA964"/>
      </a:lt1>
      <a:dk2>
        <a:srgbClr val="97C153"/>
      </a:dk2>
      <a:lt2>
        <a:srgbClr val="000000"/>
      </a:lt2>
      <a:accent1>
        <a:srgbClr val="00B2BC"/>
      </a:accent1>
      <a:accent2>
        <a:srgbClr val="2AA964"/>
      </a:accent2>
      <a:accent3>
        <a:srgbClr val="97C153"/>
      </a:accent3>
      <a:accent4>
        <a:srgbClr val="FFE641"/>
      </a:accent4>
      <a:accent5>
        <a:srgbClr val="F9B93D"/>
      </a:accent5>
      <a:accent6>
        <a:srgbClr val="F48F35"/>
      </a:accent6>
      <a:hlink>
        <a:srgbClr val="00B2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Business Process Infographics by Slidesgo</vt:lpstr>
      <vt:lpstr>Building-IT</vt:lpstr>
      <vt:lpstr>Metodologia utilizada na prototipagem</vt:lpstr>
      <vt:lpstr>Requisitos funcionais</vt:lpstr>
      <vt:lpstr>Requisitos não funcionais</vt:lpstr>
      <vt:lpstr>Cenários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</dc:title>
  <dc:creator>Daniel Emídio</dc:creator>
  <cp:revision>13</cp:revision>
  <dcterms:modified xsi:type="dcterms:W3CDTF">2024-05-06T15:20:42Z</dcterms:modified>
</cp:coreProperties>
</file>