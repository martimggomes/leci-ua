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4"/>
  </p:notesMasterIdLst>
  <p:sldIdLst>
    <p:sldId id="256" r:id="rId2"/>
    <p:sldId id="276" r:id="rId3"/>
    <p:sldId id="290" r:id="rId4"/>
    <p:sldId id="296" r:id="rId5"/>
    <p:sldId id="291" r:id="rId6"/>
    <p:sldId id="303" r:id="rId7"/>
    <p:sldId id="297" r:id="rId8"/>
    <p:sldId id="299" r:id="rId9"/>
    <p:sldId id="302" r:id="rId10"/>
    <p:sldId id="294" r:id="rId11"/>
    <p:sldId id="300" r:id="rId12"/>
    <p:sldId id="301" r:id="rId13"/>
  </p:sldIdLst>
  <p:sldSz cx="9144000" cy="5143500" type="screen16x9"/>
  <p:notesSz cx="6858000" cy="9144000"/>
  <p:embeddedFontLst>
    <p:embeddedFont>
      <p:font typeface="Noto Sans" panose="020B060402020202020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2A65BE-0B94-2376-E9F9-C8F37F5B1AC5}" v="12" dt="2024-05-20T15:57:12.734"/>
    <p1510:client id="{4094CEAA-885F-89B7-70D5-580FC9C517F8}" v="1" dt="2024-05-20T15:24:32.756"/>
    <p1510:client id="{55DA60E1-15D0-4914-9995-32D460E00120}" v="728" dt="2024-05-20T15:26:05.019"/>
    <p1510:client id="{752EE6F7-8D2F-E264-E867-B5FE33931F61}" v="774" dt="2024-05-20T15:57:11.962"/>
    <p1510:client id="{BEF81FE9-B851-53C5-9412-B0E54511DBEA}" v="1317" dt="2024-05-19T22:57:21.361"/>
    <p1510:client id="{C9D0BC5B-6AA9-2B91-4941-7ED2D9626701}" v="153" dt="2024-05-20T12:48:10.343"/>
    <p1510:client id="{CF0750FF-7F74-DC86-99A8-FDF502B7E01E}" v="1" dt="2024-05-20T13:56:46.242"/>
    <p1510:client id="{D8A66D7F-7555-FD93-90CA-411C9AE57D59}" v="162" dt="2024-05-20T10:19:32.443"/>
    <p1510:client id="{F039A505-EDE4-7B67-6086-7A6BC0E94395}" v="590" dt="2024-05-20T00:10:04.4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uno Oliveira" userId="S::brunogoliveira@ua.pt::e5f99647-13aa-46cb-aca2-a8274487e73a" providerId="AD" clId="Web-{F6CB52AE-7104-5240-6905-C939B011DE6A}"/>
    <pc:docChg chg="modSld">
      <pc:chgData name="Bruno Oliveira" userId="S::brunogoliveira@ua.pt::e5f99647-13aa-46cb-aca2-a8274487e73a" providerId="AD" clId="Web-{F6CB52AE-7104-5240-6905-C939B011DE6A}" dt="2024-05-06T13:26:08.813" v="5" actId="20577"/>
      <pc:docMkLst>
        <pc:docMk/>
      </pc:docMkLst>
      <pc:sldChg chg="modSp">
        <pc:chgData name="Bruno Oliveira" userId="S::brunogoliveira@ua.pt::e5f99647-13aa-46cb-aca2-a8274487e73a" providerId="AD" clId="Web-{F6CB52AE-7104-5240-6905-C939B011DE6A}" dt="2024-05-06T13:26:08.813" v="5" actId="20577"/>
        <pc:sldMkLst>
          <pc:docMk/>
          <pc:sldMk cId="0" sldId="276"/>
        </pc:sldMkLst>
        <pc:spChg chg="mod">
          <ac:chgData name="Bruno Oliveira" userId="S::brunogoliveira@ua.pt::e5f99647-13aa-46cb-aca2-a8274487e73a" providerId="AD" clId="Web-{F6CB52AE-7104-5240-6905-C939B011DE6A}" dt="2024-05-06T13:26:08.813" v="5" actId="20577"/>
          <ac:spMkLst>
            <pc:docMk/>
            <pc:sldMk cId="0" sldId="276"/>
            <ac:spMk id="2" creationId="{B2BF249C-91D0-D3A4-7B59-1C90BE08FF7F}"/>
          </ac:spMkLst>
        </pc:spChg>
      </pc:sldChg>
    </pc:docChg>
  </pc:docChgLst>
  <pc:docChgLst>
    <pc:chgData name="Utilizador Convidado" userId="S::urn:spo:anon#7fe97e763a81c805ecbdc3d227101cef9607a297d190ae8b53a75040c30c958e::" providerId="AD" clId="Web-{F039A505-EDE4-7B67-6086-7A6BC0E94395}"/>
    <pc:docChg chg="addSld modSld">
      <pc:chgData name="Utilizador Convidado" userId="S::urn:spo:anon#7fe97e763a81c805ecbdc3d227101cef9607a297d190ae8b53a75040c30c958e::" providerId="AD" clId="Web-{F039A505-EDE4-7B67-6086-7A6BC0E94395}" dt="2024-05-20T00:10:04.414" v="581" actId="1076"/>
      <pc:docMkLst>
        <pc:docMk/>
      </pc:docMkLst>
      <pc:sldChg chg="modSp">
        <pc:chgData name="Utilizador Convidado" userId="S::urn:spo:anon#7fe97e763a81c805ecbdc3d227101cef9607a297d190ae8b53a75040c30c958e::" providerId="AD" clId="Web-{F039A505-EDE4-7B67-6086-7A6BC0E94395}" dt="2024-05-20T00:01:35.491" v="446" actId="20577"/>
        <pc:sldMkLst>
          <pc:docMk/>
          <pc:sldMk cId="223470611" sldId="291"/>
        </pc:sldMkLst>
        <pc:spChg chg="mod">
          <ac:chgData name="Utilizador Convidado" userId="S::urn:spo:anon#7fe97e763a81c805ecbdc3d227101cef9607a297d190ae8b53a75040c30c958e::" providerId="AD" clId="Web-{F039A505-EDE4-7B67-6086-7A6BC0E94395}" dt="2024-05-20T00:01:35.491" v="446" actId="20577"/>
          <ac:spMkLst>
            <pc:docMk/>
            <pc:sldMk cId="223470611" sldId="291"/>
            <ac:spMk id="3" creationId="{B758D523-E1E0-0AFF-62AC-F6B09590837D}"/>
          </ac:spMkLst>
        </pc:spChg>
      </pc:sldChg>
      <pc:sldChg chg="addSp modSp new">
        <pc:chgData name="Utilizador Convidado" userId="S::urn:spo:anon#7fe97e763a81c805ecbdc3d227101cef9607a297d190ae8b53a75040c30c958e::" providerId="AD" clId="Web-{F039A505-EDE4-7B67-6086-7A6BC0E94395}" dt="2024-05-20T00:01:06.162" v="436" actId="20577"/>
        <pc:sldMkLst>
          <pc:docMk/>
          <pc:sldMk cId="2426572033" sldId="297"/>
        </pc:sldMkLst>
        <pc:spChg chg="mod">
          <ac:chgData name="Utilizador Convidado" userId="S::urn:spo:anon#7fe97e763a81c805ecbdc3d227101cef9607a297d190ae8b53a75040c30c958e::" providerId="AD" clId="Web-{F039A505-EDE4-7B67-6086-7A6BC0E94395}" dt="2024-05-19T23:32:37.089" v="17" actId="20577"/>
          <ac:spMkLst>
            <pc:docMk/>
            <pc:sldMk cId="2426572033" sldId="297"/>
            <ac:spMk id="2" creationId="{EFBC85A3-905D-E80A-4256-6562734109D1}"/>
          </ac:spMkLst>
        </pc:spChg>
        <pc:spChg chg="mod">
          <ac:chgData name="Utilizador Convidado" userId="S::urn:spo:anon#7fe97e763a81c805ecbdc3d227101cef9607a297d190ae8b53a75040c30c958e::" providerId="AD" clId="Web-{F039A505-EDE4-7B67-6086-7A6BC0E94395}" dt="2024-05-20T00:01:06.162" v="436" actId="20577"/>
          <ac:spMkLst>
            <pc:docMk/>
            <pc:sldMk cId="2426572033" sldId="297"/>
            <ac:spMk id="3" creationId="{86938921-5CDE-A017-35E3-F3D0C442EFEE}"/>
          </ac:spMkLst>
        </pc:spChg>
        <pc:picChg chg="add mod">
          <ac:chgData name="Utilizador Convidado" userId="S::urn:spo:anon#7fe97e763a81c805ecbdc3d227101cef9607a297d190ae8b53a75040c30c958e::" providerId="AD" clId="Web-{F039A505-EDE4-7B67-6086-7A6BC0E94395}" dt="2024-05-19T23:39:39.531" v="59" actId="1076"/>
          <ac:picMkLst>
            <pc:docMk/>
            <pc:sldMk cId="2426572033" sldId="297"/>
            <ac:picMk id="4" creationId="{68E28078-4FB6-D537-5805-E7007730E110}"/>
          </ac:picMkLst>
        </pc:picChg>
      </pc:sldChg>
      <pc:sldChg chg="modSp new">
        <pc:chgData name="Utilizador Convidado" userId="S::urn:spo:anon#7fe97e763a81c805ecbdc3d227101cef9607a297d190ae8b53a75040c30c958e::" providerId="AD" clId="Web-{F039A505-EDE4-7B67-6086-7A6BC0E94395}" dt="2024-05-19T23:38:00.463" v="38" actId="20577"/>
        <pc:sldMkLst>
          <pc:docMk/>
          <pc:sldMk cId="3580164529" sldId="298"/>
        </pc:sldMkLst>
        <pc:spChg chg="mod">
          <ac:chgData name="Utilizador Convidado" userId="S::urn:spo:anon#7fe97e763a81c805ecbdc3d227101cef9607a297d190ae8b53a75040c30c958e::" providerId="AD" clId="Web-{F039A505-EDE4-7B67-6086-7A6BC0E94395}" dt="2024-05-19T23:38:00.463" v="38" actId="20577"/>
          <ac:spMkLst>
            <pc:docMk/>
            <pc:sldMk cId="3580164529" sldId="298"/>
            <ac:spMk id="2" creationId="{90425ED8-F21D-A7BC-7D83-87ADD3C4A06C}"/>
          </ac:spMkLst>
        </pc:spChg>
      </pc:sldChg>
      <pc:sldChg chg="addSp delSp modSp new">
        <pc:chgData name="Utilizador Convidado" userId="S::urn:spo:anon#7fe97e763a81c805ecbdc3d227101cef9607a297d190ae8b53a75040c30c958e::" providerId="AD" clId="Web-{F039A505-EDE4-7B67-6086-7A6BC0E94395}" dt="2024-05-20T00:10:04.414" v="581" actId="1076"/>
        <pc:sldMkLst>
          <pc:docMk/>
          <pc:sldMk cId="1061612147" sldId="299"/>
        </pc:sldMkLst>
        <pc:spChg chg="mod">
          <ac:chgData name="Utilizador Convidado" userId="S::urn:spo:anon#7fe97e763a81c805ecbdc3d227101cef9607a297d190ae8b53a75040c30c958e::" providerId="AD" clId="Web-{F039A505-EDE4-7B67-6086-7A6BC0E94395}" dt="2024-05-19T23:38:18.120" v="52" actId="20577"/>
          <ac:spMkLst>
            <pc:docMk/>
            <pc:sldMk cId="1061612147" sldId="299"/>
            <ac:spMk id="2" creationId="{A62A090B-4F63-5F31-98D5-DA7FCDBACD23}"/>
          </ac:spMkLst>
        </pc:spChg>
        <pc:spChg chg="mod">
          <ac:chgData name="Utilizador Convidado" userId="S::urn:spo:anon#7fe97e763a81c805ecbdc3d227101cef9607a297d190ae8b53a75040c30c958e::" providerId="AD" clId="Web-{F039A505-EDE4-7B67-6086-7A6BC0E94395}" dt="2024-05-20T00:06:20.157" v="576" actId="20577"/>
          <ac:spMkLst>
            <pc:docMk/>
            <pc:sldMk cId="1061612147" sldId="299"/>
            <ac:spMk id="3" creationId="{EE414B5B-E115-A031-3C59-7EE6D84B7F86}"/>
          </ac:spMkLst>
        </pc:spChg>
        <pc:picChg chg="add del mod">
          <ac:chgData name="Utilizador Convidado" userId="S::urn:spo:anon#7fe97e763a81c805ecbdc3d227101cef9607a297d190ae8b53a75040c30c958e::" providerId="AD" clId="Web-{F039A505-EDE4-7B67-6086-7A6BC0E94395}" dt="2024-05-20T00:04:35.451" v="451"/>
          <ac:picMkLst>
            <pc:docMk/>
            <pc:sldMk cId="1061612147" sldId="299"/>
            <ac:picMk id="4" creationId="{DD6E6DC1-D555-F9DC-BDBA-96CD4DB882B7}"/>
          </ac:picMkLst>
        </pc:picChg>
        <pc:picChg chg="add mod">
          <ac:chgData name="Utilizador Convidado" userId="S::urn:spo:anon#7fe97e763a81c805ecbdc3d227101cef9607a297d190ae8b53a75040c30c958e::" providerId="AD" clId="Web-{F039A505-EDE4-7B67-6086-7A6BC0E94395}" dt="2024-05-20T00:10:04.414" v="581" actId="1076"/>
          <ac:picMkLst>
            <pc:docMk/>
            <pc:sldMk cId="1061612147" sldId="299"/>
            <ac:picMk id="5" creationId="{8D38BF80-8F74-BC00-3E2E-7BC0DB0B0661}"/>
          </ac:picMkLst>
        </pc:picChg>
      </pc:sldChg>
    </pc:docChg>
  </pc:docChgLst>
  <pc:docChgLst>
    <pc:chgData name="Bruno Oliveira" userId="S::brunogoliveira@ua.pt::e5f99647-13aa-46cb-aca2-a8274487e73a" providerId="AD" clId="Web-{1E285836-0094-0459-F998-3126CFDC1FA9}"/>
    <pc:docChg chg="addSld delSld modSld">
      <pc:chgData name="Bruno Oliveira" userId="S::brunogoliveira@ua.pt::e5f99647-13aa-46cb-aca2-a8274487e73a" providerId="AD" clId="Web-{1E285836-0094-0459-F998-3126CFDC1FA9}" dt="2024-05-05T15:29:45.908" v="255"/>
      <pc:docMkLst>
        <pc:docMk/>
      </pc:docMkLst>
      <pc:sldChg chg="modSp">
        <pc:chgData name="Bruno Oliveira" userId="S::brunogoliveira@ua.pt::e5f99647-13aa-46cb-aca2-a8274487e73a" providerId="AD" clId="Web-{1E285836-0094-0459-F998-3126CFDC1FA9}" dt="2024-05-05T10:16:09.038" v="39" actId="20577"/>
        <pc:sldMkLst>
          <pc:docMk/>
          <pc:sldMk cId="0" sldId="256"/>
        </pc:sldMkLst>
        <pc:spChg chg="mod">
          <ac:chgData name="Bruno Oliveira" userId="S::brunogoliveira@ua.pt::e5f99647-13aa-46cb-aca2-a8274487e73a" providerId="AD" clId="Web-{1E285836-0094-0459-F998-3126CFDC1FA9}" dt="2024-05-05T10:10:12.744" v="1" actId="20577"/>
          <ac:spMkLst>
            <pc:docMk/>
            <pc:sldMk cId="0" sldId="256"/>
            <ac:spMk id="61" creationId="{00000000-0000-0000-0000-000000000000}"/>
          </ac:spMkLst>
        </pc:spChg>
        <pc:spChg chg="mod">
          <ac:chgData name="Bruno Oliveira" userId="S::brunogoliveira@ua.pt::e5f99647-13aa-46cb-aca2-a8274487e73a" providerId="AD" clId="Web-{1E285836-0094-0459-F998-3126CFDC1FA9}" dt="2024-05-05T10:16:09.038" v="39" actId="20577"/>
          <ac:spMkLst>
            <pc:docMk/>
            <pc:sldMk cId="0" sldId="256"/>
            <ac:spMk id="62" creationId="{00000000-0000-0000-0000-000000000000}"/>
          </ac:spMkLst>
        </pc:spChg>
      </pc:sldChg>
      <pc:sldChg chg="del">
        <pc:chgData name="Bruno Oliveira" userId="S::brunogoliveira@ua.pt::e5f99647-13aa-46cb-aca2-a8274487e73a" providerId="AD" clId="Web-{1E285836-0094-0459-F998-3126CFDC1FA9}" dt="2024-05-05T15:29:05.844" v="248"/>
        <pc:sldMkLst>
          <pc:docMk/>
          <pc:sldMk cId="0" sldId="258"/>
        </pc:sldMkLst>
      </pc:sldChg>
      <pc:sldChg chg="del">
        <pc:chgData name="Bruno Oliveira" userId="S::brunogoliveira@ua.pt::e5f99647-13aa-46cb-aca2-a8274487e73a" providerId="AD" clId="Web-{1E285836-0094-0459-F998-3126CFDC1FA9}" dt="2024-05-05T15:29:13.923" v="251"/>
        <pc:sldMkLst>
          <pc:docMk/>
          <pc:sldMk cId="0" sldId="263"/>
        </pc:sldMkLst>
      </pc:sldChg>
      <pc:sldChg chg="del">
        <pc:chgData name="Bruno Oliveira" userId="S::brunogoliveira@ua.pt::e5f99647-13aa-46cb-aca2-a8274487e73a" providerId="AD" clId="Web-{1E285836-0094-0459-F998-3126CFDC1FA9}" dt="2024-05-05T15:29:18.251" v="253"/>
        <pc:sldMkLst>
          <pc:docMk/>
          <pc:sldMk cId="0" sldId="266"/>
        </pc:sldMkLst>
      </pc:sldChg>
      <pc:sldChg chg="del">
        <pc:chgData name="Bruno Oliveira" userId="S::brunogoliveira@ua.pt::e5f99647-13aa-46cb-aca2-a8274487e73a" providerId="AD" clId="Web-{1E285836-0094-0459-F998-3126CFDC1FA9}" dt="2024-05-05T15:29:45.908" v="255"/>
        <pc:sldMkLst>
          <pc:docMk/>
          <pc:sldMk cId="0" sldId="268"/>
        </pc:sldMkLst>
      </pc:sldChg>
      <pc:sldChg chg="addSp delSp modSp delAnim">
        <pc:chgData name="Bruno Oliveira" userId="S::brunogoliveira@ua.pt::e5f99647-13aa-46cb-aca2-a8274487e73a" providerId="AD" clId="Web-{1E285836-0094-0459-F998-3126CFDC1FA9}" dt="2024-05-05T15:28:53.469" v="247" actId="14100"/>
        <pc:sldMkLst>
          <pc:docMk/>
          <pc:sldMk cId="0" sldId="271"/>
        </pc:sldMkLst>
        <pc:spChg chg="mod">
          <ac:chgData name="Bruno Oliveira" userId="S::brunogoliveira@ua.pt::e5f99647-13aa-46cb-aca2-a8274487e73a" providerId="AD" clId="Web-{1E285836-0094-0459-F998-3126CFDC1FA9}" dt="2024-05-05T15:24:28.680" v="218"/>
          <ac:spMkLst>
            <pc:docMk/>
            <pc:sldMk cId="0" sldId="271"/>
            <ac:spMk id="661" creationId="{00000000-0000-0000-0000-000000000000}"/>
          </ac:spMkLst>
        </pc:spChg>
        <pc:spChg chg="mod">
          <ac:chgData name="Bruno Oliveira" userId="S::brunogoliveira@ua.pt::e5f99647-13aa-46cb-aca2-a8274487e73a" providerId="AD" clId="Web-{1E285836-0094-0459-F998-3126CFDC1FA9}" dt="2024-05-05T15:24:28.680" v="218"/>
          <ac:spMkLst>
            <pc:docMk/>
            <pc:sldMk cId="0" sldId="271"/>
            <ac:spMk id="662" creationId="{00000000-0000-0000-0000-000000000000}"/>
          </ac:spMkLst>
        </pc:spChg>
        <pc:spChg chg="mod">
          <ac:chgData name="Bruno Oliveira" userId="S::brunogoliveira@ua.pt::e5f99647-13aa-46cb-aca2-a8274487e73a" providerId="AD" clId="Web-{1E285836-0094-0459-F998-3126CFDC1FA9}" dt="2024-05-05T15:24:28.680" v="218"/>
          <ac:spMkLst>
            <pc:docMk/>
            <pc:sldMk cId="0" sldId="271"/>
            <ac:spMk id="663" creationId="{00000000-0000-0000-0000-000000000000}"/>
          </ac:spMkLst>
        </pc:spChg>
        <pc:spChg chg="mod">
          <ac:chgData name="Bruno Oliveira" userId="S::brunogoliveira@ua.pt::e5f99647-13aa-46cb-aca2-a8274487e73a" providerId="AD" clId="Web-{1E285836-0094-0459-F998-3126CFDC1FA9}" dt="2024-05-05T15:24:28.680" v="218"/>
          <ac:spMkLst>
            <pc:docMk/>
            <pc:sldMk cId="0" sldId="271"/>
            <ac:spMk id="664" creationId="{00000000-0000-0000-0000-000000000000}"/>
          </ac:spMkLst>
        </pc:spChg>
        <pc:spChg chg="mod">
          <ac:chgData name="Bruno Oliveira" userId="S::brunogoliveira@ua.pt::e5f99647-13aa-46cb-aca2-a8274487e73a" providerId="AD" clId="Web-{1E285836-0094-0459-F998-3126CFDC1FA9}" dt="2024-05-05T15:24:38.618" v="219"/>
          <ac:spMkLst>
            <pc:docMk/>
            <pc:sldMk cId="0" sldId="271"/>
            <ac:spMk id="665" creationId="{00000000-0000-0000-0000-000000000000}"/>
          </ac:spMkLst>
        </pc:spChg>
        <pc:spChg chg="mod">
          <ac:chgData name="Bruno Oliveira" userId="S::brunogoliveira@ua.pt::e5f99647-13aa-46cb-aca2-a8274487e73a" providerId="AD" clId="Web-{1E285836-0094-0459-F998-3126CFDC1FA9}" dt="2024-05-05T15:24:28.680" v="218"/>
          <ac:spMkLst>
            <pc:docMk/>
            <pc:sldMk cId="0" sldId="271"/>
            <ac:spMk id="666" creationId="{00000000-0000-0000-0000-000000000000}"/>
          </ac:spMkLst>
        </pc:spChg>
        <pc:spChg chg="mod">
          <ac:chgData name="Bruno Oliveira" userId="S::brunogoliveira@ua.pt::e5f99647-13aa-46cb-aca2-a8274487e73a" providerId="AD" clId="Web-{1E285836-0094-0459-F998-3126CFDC1FA9}" dt="2024-05-05T15:24:28.680" v="218"/>
          <ac:spMkLst>
            <pc:docMk/>
            <pc:sldMk cId="0" sldId="271"/>
            <ac:spMk id="667" creationId="{00000000-0000-0000-0000-000000000000}"/>
          </ac:spMkLst>
        </pc:spChg>
        <pc:spChg chg="mod">
          <ac:chgData name="Bruno Oliveira" userId="S::brunogoliveira@ua.pt::e5f99647-13aa-46cb-aca2-a8274487e73a" providerId="AD" clId="Web-{1E285836-0094-0459-F998-3126CFDC1FA9}" dt="2024-05-05T15:24:28.680" v="218"/>
          <ac:spMkLst>
            <pc:docMk/>
            <pc:sldMk cId="0" sldId="271"/>
            <ac:spMk id="668" creationId="{00000000-0000-0000-0000-000000000000}"/>
          </ac:spMkLst>
        </pc:spChg>
        <pc:spChg chg="mod">
          <ac:chgData name="Bruno Oliveira" userId="S::brunogoliveira@ua.pt::e5f99647-13aa-46cb-aca2-a8274487e73a" providerId="AD" clId="Web-{1E285836-0094-0459-F998-3126CFDC1FA9}" dt="2024-05-05T15:20:22.594" v="166" actId="20577"/>
          <ac:spMkLst>
            <pc:docMk/>
            <pc:sldMk cId="0" sldId="271"/>
            <ac:spMk id="675" creationId="{00000000-0000-0000-0000-000000000000}"/>
          </ac:spMkLst>
        </pc:spChg>
        <pc:spChg chg="mod">
          <ac:chgData name="Bruno Oliveira" userId="S::brunogoliveira@ua.pt::e5f99647-13aa-46cb-aca2-a8274487e73a" providerId="AD" clId="Web-{1E285836-0094-0459-F998-3126CFDC1FA9}" dt="2024-05-05T15:20:17" v="164" actId="20577"/>
          <ac:spMkLst>
            <pc:docMk/>
            <pc:sldMk cId="0" sldId="271"/>
            <ac:spMk id="676" creationId="{00000000-0000-0000-0000-000000000000}"/>
          </ac:spMkLst>
        </pc:spChg>
        <pc:spChg chg="add del">
          <ac:chgData name="Bruno Oliveira" userId="S::brunogoliveira@ua.pt::e5f99647-13aa-46cb-aca2-a8274487e73a" providerId="AD" clId="Web-{1E285836-0094-0459-F998-3126CFDC1FA9}" dt="2024-05-05T15:14:00.326" v="109"/>
          <ac:spMkLst>
            <pc:docMk/>
            <pc:sldMk cId="0" sldId="271"/>
            <ac:spMk id="690" creationId="{00000000-0000-0000-0000-000000000000}"/>
          </ac:spMkLst>
        </pc:spChg>
        <pc:spChg chg="mod">
          <ac:chgData name="Bruno Oliveira" userId="S::brunogoliveira@ua.pt::e5f99647-13aa-46cb-aca2-a8274487e73a" providerId="AD" clId="Web-{1E285836-0094-0459-F998-3126CFDC1FA9}" dt="2024-05-05T15:20:24.360" v="167" actId="20577"/>
          <ac:spMkLst>
            <pc:docMk/>
            <pc:sldMk cId="0" sldId="271"/>
            <ac:spMk id="693" creationId="{00000000-0000-0000-0000-000000000000}"/>
          </ac:spMkLst>
        </pc:spChg>
        <pc:spChg chg="mod">
          <ac:chgData name="Bruno Oliveira" userId="S::brunogoliveira@ua.pt::e5f99647-13aa-46cb-aca2-a8274487e73a" providerId="AD" clId="Web-{1E285836-0094-0459-F998-3126CFDC1FA9}" dt="2024-05-05T15:20:10.453" v="152" actId="20577"/>
          <ac:spMkLst>
            <pc:docMk/>
            <pc:sldMk cId="0" sldId="271"/>
            <ac:spMk id="694" creationId="{00000000-0000-0000-0000-000000000000}"/>
          </ac:spMkLst>
        </pc:spChg>
        <pc:spChg chg="mod">
          <ac:chgData name="Bruno Oliveira" userId="S::brunogoliveira@ua.pt::e5f99647-13aa-46cb-aca2-a8274487e73a" providerId="AD" clId="Web-{1E285836-0094-0459-F998-3126CFDC1FA9}" dt="2024-05-05T15:16:32.412" v="129" actId="20577"/>
          <ac:spMkLst>
            <pc:docMk/>
            <pc:sldMk cId="0" sldId="271"/>
            <ac:spMk id="696" creationId="{00000000-0000-0000-0000-000000000000}"/>
          </ac:spMkLst>
        </pc:spChg>
        <pc:grpChg chg="mod">
          <ac:chgData name="Bruno Oliveira" userId="S::brunogoliveira@ua.pt::e5f99647-13aa-46cb-aca2-a8274487e73a" providerId="AD" clId="Web-{1E285836-0094-0459-F998-3126CFDC1FA9}" dt="2024-05-05T15:23:56.023" v="204" actId="1076"/>
          <ac:grpSpMkLst>
            <pc:docMk/>
            <pc:sldMk cId="0" sldId="271"/>
            <ac:grpSpMk id="660" creationId="{00000000-0000-0000-0000-000000000000}"/>
          </ac:grpSpMkLst>
        </pc:grpChg>
        <pc:picChg chg="add del mod">
          <ac:chgData name="Bruno Oliveira" userId="S::brunogoliveira@ua.pt::e5f99647-13aa-46cb-aca2-a8274487e73a" providerId="AD" clId="Web-{1E285836-0094-0459-F998-3126CFDC1FA9}" dt="2024-05-05T15:12:58.355" v="101"/>
          <ac:picMkLst>
            <pc:docMk/>
            <pc:sldMk cId="0" sldId="271"/>
            <ac:picMk id="2" creationId="{56586A97-B849-7552-CBD1-B7A5212BD7EC}"/>
          </ac:picMkLst>
        </pc:picChg>
        <pc:picChg chg="add del mod ord modCrop">
          <ac:chgData name="Bruno Oliveira" userId="S::brunogoliveira@ua.pt::e5f99647-13aa-46cb-aca2-a8274487e73a" providerId="AD" clId="Web-{1E285836-0094-0459-F998-3126CFDC1FA9}" dt="2024-05-05T15:25:27.775" v="220"/>
          <ac:picMkLst>
            <pc:docMk/>
            <pc:sldMk cId="0" sldId="271"/>
            <ac:picMk id="3" creationId="{CDDA1703-E365-7A35-A824-0BDB68EAEAA6}"/>
          </ac:picMkLst>
        </pc:picChg>
        <pc:picChg chg="add mod">
          <ac:chgData name="Bruno Oliveira" userId="S::brunogoliveira@ua.pt::e5f99647-13aa-46cb-aca2-a8274487e73a" providerId="AD" clId="Web-{1E285836-0094-0459-F998-3126CFDC1FA9}" dt="2024-05-05T15:17:42.011" v="136" actId="1076"/>
          <ac:picMkLst>
            <pc:docMk/>
            <pc:sldMk cId="0" sldId="271"/>
            <ac:picMk id="4" creationId="{218098C5-3467-EC3F-3737-A4E6F6085FE3}"/>
          </ac:picMkLst>
        </pc:picChg>
        <pc:picChg chg="add mod">
          <ac:chgData name="Bruno Oliveira" userId="S::brunogoliveira@ua.pt::e5f99647-13aa-46cb-aca2-a8274487e73a" providerId="AD" clId="Web-{1E285836-0094-0459-F998-3126CFDC1FA9}" dt="2024-05-05T15:19:59.297" v="147" actId="1076"/>
          <ac:picMkLst>
            <pc:docMk/>
            <pc:sldMk cId="0" sldId="271"/>
            <ac:picMk id="5" creationId="{2464D711-E7A9-59F0-B5FC-9765CC87DE78}"/>
          </ac:picMkLst>
        </pc:picChg>
        <pc:picChg chg="add mod ord modCrop">
          <ac:chgData name="Bruno Oliveira" userId="S::brunogoliveira@ua.pt::e5f99647-13aa-46cb-aca2-a8274487e73a" providerId="AD" clId="Web-{1E285836-0094-0459-F998-3126CFDC1FA9}" dt="2024-05-05T15:28:53.469" v="247" actId="14100"/>
          <ac:picMkLst>
            <pc:docMk/>
            <pc:sldMk cId="0" sldId="271"/>
            <ac:picMk id="6" creationId="{4B260B63-DE98-C64D-A928-5A2C011B72B7}"/>
          </ac:picMkLst>
        </pc:picChg>
        <pc:picChg chg="del">
          <ac:chgData name="Bruno Oliveira" userId="S::brunogoliveira@ua.pt::e5f99647-13aa-46cb-aca2-a8274487e73a" providerId="AD" clId="Web-{1E285836-0094-0459-F998-3126CFDC1FA9}" dt="2024-05-05T15:12:25.214" v="96"/>
          <ac:picMkLst>
            <pc:docMk/>
            <pc:sldMk cId="0" sldId="271"/>
            <ac:picMk id="3074" creationId="{64D6B666-B207-6A2A-644D-1822D4C17FEF}"/>
          </ac:picMkLst>
        </pc:picChg>
        <pc:picChg chg="del">
          <ac:chgData name="Bruno Oliveira" userId="S::brunogoliveira@ua.pt::e5f99647-13aa-46cb-aca2-a8274487e73a" providerId="AD" clId="Web-{1E285836-0094-0459-F998-3126CFDC1FA9}" dt="2024-05-05T15:12:27.026" v="97"/>
          <ac:picMkLst>
            <pc:docMk/>
            <pc:sldMk cId="0" sldId="271"/>
            <ac:picMk id="3076" creationId="{B043AFDE-4CA3-ACCC-7D9C-63FF4ED4ECEF}"/>
          </ac:picMkLst>
        </pc:picChg>
        <pc:picChg chg="del">
          <ac:chgData name="Bruno Oliveira" userId="S::brunogoliveira@ua.pt::e5f99647-13aa-46cb-aca2-a8274487e73a" providerId="AD" clId="Web-{1E285836-0094-0459-F998-3126CFDC1FA9}" dt="2024-05-05T15:12:27.682" v="98"/>
          <ac:picMkLst>
            <pc:docMk/>
            <pc:sldMk cId="0" sldId="271"/>
            <ac:picMk id="3078" creationId="{D53DE7CA-26ED-C884-C77A-E9A9B0CDC949}"/>
          </ac:picMkLst>
        </pc:picChg>
      </pc:sldChg>
      <pc:sldChg chg="del">
        <pc:chgData name="Bruno Oliveira" userId="S::brunogoliveira@ua.pt::e5f99647-13aa-46cb-aca2-a8274487e73a" providerId="AD" clId="Web-{1E285836-0094-0459-F998-3126CFDC1FA9}" dt="2024-05-05T15:29:12.579" v="250"/>
        <pc:sldMkLst>
          <pc:docMk/>
          <pc:sldMk cId="0" sldId="272"/>
        </pc:sldMkLst>
      </pc:sldChg>
      <pc:sldChg chg="modSp">
        <pc:chgData name="Bruno Oliveira" userId="S::brunogoliveira@ua.pt::e5f99647-13aa-46cb-aca2-a8274487e73a" providerId="AD" clId="Web-{1E285836-0094-0459-F998-3126CFDC1FA9}" dt="2024-05-05T15:01:49.580" v="69" actId="20577"/>
        <pc:sldMkLst>
          <pc:docMk/>
          <pc:sldMk cId="0" sldId="276"/>
        </pc:sldMkLst>
        <pc:spChg chg="mod">
          <ac:chgData name="Bruno Oliveira" userId="S::brunogoliveira@ua.pt::e5f99647-13aa-46cb-aca2-a8274487e73a" providerId="AD" clId="Web-{1E285836-0094-0459-F998-3126CFDC1FA9}" dt="2024-05-05T14:54:34.642" v="68" actId="20577"/>
          <ac:spMkLst>
            <pc:docMk/>
            <pc:sldMk cId="0" sldId="276"/>
            <ac:spMk id="2" creationId="{B2BF249C-91D0-D3A4-7B59-1C90BE08FF7F}"/>
          </ac:spMkLst>
        </pc:spChg>
        <pc:spChg chg="mod">
          <ac:chgData name="Bruno Oliveira" userId="S::brunogoliveira@ua.pt::e5f99647-13aa-46cb-aca2-a8274487e73a" providerId="AD" clId="Web-{1E285836-0094-0459-F998-3126CFDC1FA9}" dt="2024-05-05T15:01:49.580" v="69" actId="20577"/>
          <ac:spMkLst>
            <pc:docMk/>
            <pc:sldMk cId="0" sldId="276"/>
            <ac:spMk id="870" creationId="{00000000-0000-0000-0000-000000000000}"/>
          </ac:spMkLst>
        </pc:spChg>
      </pc:sldChg>
      <pc:sldChg chg="del">
        <pc:chgData name="Bruno Oliveira" userId="S::brunogoliveira@ua.pt::e5f99647-13aa-46cb-aca2-a8274487e73a" providerId="AD" clId="Web-{1E285836-0094-0459-F998-3126CFDC1FA9}" dt="2024-05-05T15:29:16.142" v="252"/>
        <pc:sldMkLst>
          <pc:docMk/>
          <pc:sldMk cId="0" sldId="281"/>
        </pc:sldMkLst>
      </pc:sldChg>
      <pc:sldChg chg="del">
        <pc:chgData name="Bruno Oliveira" userId="S::brunogoliveira@ua.pt::e5f99647-13aa-46cb-aca2-a8274487e73a" providerId="AD" clId="Web-{1E285836-0094-0459-F998-3126CFDC1FA9}" dt="2024-05-05T15:29:09.782" v="249"/>
        <pc:sldMkLst>
          <pc:docMk/>
          <pc:sldMk cId="0" sldId="282"/>
        </pc:sldMkLst>
      </pc:sldChg>
      <pc:sldChg chg="del">
        <pc:chgData name="Bruno Oliveira" userId="S::brunogoliveira@ua.pt::e5f99647-13aa-46cb-aca2-a8274487e73a" providerId="AD" clId="Web-{1E285836-0094-0459-F998-3126CFDC1FA9}" dt="2024-05-05T15:29:33.361" v="254"/>
        <pc:sldMkLst>
          <pc:docMk/>
          <pc:sldMk cId="0" sldId="284"/>
        </pc:sldMkLst>
      </pc:sldChg>
      <pc:sldChg chg="addSp delSp modSp add replId">
        <pc:chgData name="Bruno Oliveira" userId="S::brunogoliveira@ua.pt::e5f99647-13aa-46cb-aca2-a8274487e73a" providerId="AD" clId="Web-{1E285836-0094-0459-F998-3126CFDC1FA9}" dt="2024-05-05T15:03:02.301" v="91" actId="20577"/>
        <pc:sldMkLst>
          <pc:docMk/>
          <pc:sldMk cId="1164156451" sldId="290"/>
        </pc:sldMkLst>
        <pc:spChg chg="add del mod">
          <ac:chgData name="Bruno Oliveira" userId="S::brunogoliveira@ua.pt::e5f99647-13aa-46cb-aca2-a8274487e73a" providerId="AD" clId="Web-{1E285836-0094-0459-F998-3126CFDC1FA9}" dt="2024-05-05T15:03:02.301" v="91" actId="20577"/>
          <ac:spMkLst>
            <pc:docMk/>
            <pc:sldMk cId="1164156451" sldId="290"/>
            <ac:spMk id="2" creationId="{B2BF249C-91D0-D3A4-7B59-1C90BE08FF7F}"/>
          </ac:spMkLst>
        </pc:spChg>
        <pc:spChg chg="mod">
          <ac:chgData name="Bruno Oliveira" userId="S::brunogoliveira@ua.pt::e5f99647-13aa-46cb-aca2-a8274487e73a" providerId="AD" clId="Web-{1E285836-0094-0459-F998-3126CFDC1FA9}" dt="2024-05-05T15:02:47.425" v="78" actId="20577"/>
          <ac:spMkLst>
            <pc:docMk/>
            <pc:sldMk cId="1164156451" sldId="290"/>
            <ac:spMk id="870" creationId="{00000000-0000-0000-0000-000000000000}"/>
          </ac:spMkLst>
        </pc:spChg>
        <pc:picChg chg="add del">
          <ac:chgData name="Bruno Oliveira" userId="S::brunogoliveira@ua.pt::e5f99647-13aa-46cb-aca2-a8274487e73a" providerId="AD" clId="Web-{1E285836-0094-0459-F998-3126CFDC1FA9}" dt="2024-05-05T15:02:59.535" v="89"/>
          <ac:picMkLst>
            <pc:docMk/>
            <pc:sldMk cId="1164156451" sldId="290"/>
            <ac:picMk id="5" creationId="{8C5B103D-E141-35BE-A648-ABB4FB46A594}"/>
          </ac:picMkLst>
        </pc:picChg>
      </pc:sldChg>
      <pc:sldChg chg="modSp add replId">
        <pc:chgData name="Bruno Oliveira" userId="S::brunogoliveira@ua.pt::e5f99647-13aa-46cb-aca2-a8274487e73a" providerId="AD" clId="Web-{1E285836-0094-0459-F998-3126CFDC1FA9}" dt="2024-05-05T15:11:50.384" v="95" actId="20577"/>
        <pc:sldMkLst>
          <pc:docMk/>
          <pc:sldMk cId="223470611" sldId="291"/>
        </pc:sldMkLst>
        <pc:spChg chg="mod">
          <ac:chgData name="Bruno Oliveira" userId="S::brunogoliveira@ua.pt::e5f99647-13aa-46cb-aca2-a8274487e73a" providerId="AD" clId="Web-{1E285836-0094-0459-F998-3126CFDC1FA9}" dt="2024-05-05T15:11:50.384" v="95" actId="20577"/>
          <ac:spMkLst>
            <pc:docMk/>
            <pc:sldMk cId="223470611" sldId="291"/>
            <ac:spMk id="870" creationId="{00000000-0000-0000-0000-000000000000}"/>
          </ac:spMkLst>
        </pc:spChg>
      </pc:sldChg>
    </pc:docChg>
  </pc:docChgLst>
  <pc:docChgLst>
    <pc:chgData name="Utilizador Convidado" userId="S::urn:spo:anon#7fe97e763a81c805ecbdc3d227101cef9607a297d190ae8b53a75040c30c958e::" providerId="AD" clId="Web-{0D2A65BE-0B94-2376-E9F9-C8F37F5B1AC5}"/>
    <pc:docChg chg="modSld">
      <pc:chgData name="Utilizador Convidado" userId="S::urn:spo:anon#7fe97e763a81c805ecbdc3d227101cef9607a297d190ae8b53a75040c30c958e::" providerId="AD" clId="Web-{0D2A65BE-0B94-2376-E9F9-C8F37F5B1AC5}" dt="2024-05-20T15:57:10.312" v="8" actId="20577"/>
      <pc:docMkLst>
        <pc:docMk/>
      </pc:docMkLst>
      <pc:sldChg chg="modSp">
        <pc:chgData name="Utilizador Convidado" userId="S::urn:spo:anon#7fe97e763a81c805ecbdc3d227101cef9607a297d190ae8b53a75040c30c958e::" providerId="AD" clId="Web-{0D2A65BE-0B94-2376-E9F9-C8F37F5B1AC5}" dt="2024-05-20T15:51:15.814" v="7" actId="20577"/>
        <pc:sldMkLst>
          <pc:docMk/>
          <pc:sldMk cId="1061612147" sldId="299"/>
        </pc:sldMkLst>
        <pc:spChg chg="mod">
          <ac:chgData name="Utilizador Convidado" userId="S::urn:spo:anon#7fe97e763a81c805ecbdc3d227101cef9607a297d190ae8b53a75040c30c958e::" providerId="AD" clId="Web-{0D2A65BE-0B94-2376-E9F9-C8F37F5B1AC5}" dt="2024-05-20T15:51:15.814" v="7" actId="20577"/>
          <ac:spMkLst>
            <pc:docMk/>
            <pc:sldMk cId="1061612147" sldId="299"/>
            <ac:spMk id="3" creationId="{EE414B5B-E115-A031-3C59-7EE6D84B7F86}"/>
          </ac:spMkLst>
        </pc:spChg>
      </pc:sldChg>
      <pc:sldChg chg="modSp">
        <pc:chgData name="Utilizador Convidado" userId="S::urn:spo:anon#7fe97e763a81c805ecbdc3d227101cef9607a297d190ae8b53a75040c30c958e::" providerId="AD" clId="Web-{0D2A65BE-0B94-2376-E9F9-C8F37F5B1AC5}" dt="2024-05-20T15:57:10.312" v="8" actId="20577"/>
        <pc:sldMkLst>
          <pc:docMk/>
          <pc:sldMk cId="1644690430" sldId="303"/>
        </pc:sldMkLst>
        <pc:spChg chg="mod">
          <ac:chgData name="Utilizador Convidado" userId="S::urn:spo:anon#7fe97e763a81c805ecbdc3d227101cef9607a297d190ae8b53a75040c30c958e::" providerId="AD" clId="Web-{0D2A65BE-0B94-2376-E9F9-C8F37F5B1AC5}" dt="2024-05-20T15:57:10.312" v="8" actId="20577"/>
          <ac:spMkLst>
            <pc:docMk/>
            <pc:sldMk cId="1644690430" sldId="303"/>
            <ac:spMk id="2" creationId="{03BEECCF-F967-FE29-13CF-7421720D1179}"/>
          </ac:spMkLst>
        </pc:spChg>
        <pc:spChg chg="mod">
          <ac:chgData name="Utilizador Convidado" userId="S::urn:spo:anon#7fe97e763a81c805ecbdc3d227101cef9607a297d190ae8b53a75040c30c958e::" providerId="AD" clId="Web-{0D2A65BE-0B94-2376-E9F9-C8F37F5B1AC5}" dt="2024-05-20T15:50:35.156" v="4" actId="20577"/>
          <ac:spMkLst>
            <pc:docMk/>
            <pc:sldMk cId="1644690430" sldId="303"/>
            <ac:spMk id="3" creationId="{53C88E83-FB31-9C41-04F7-18B5899BB1DC}"/>
          </ac:spMkLst>
        </pc:spChg>
      </pc:sldChg>
    </pc:docChg>
  </pc:docChgLst>
  <pc:docChgLst>
    <pc:chgData name="Rúben Franco" userId="S::rrfranco@ua.pt::a0ed9411-83f7-41c5-8f13-313b6bcd7ecf" providerId="AD" clId="Web-{C9D0BC5B-6AA9-2B91-4941-7ED2D9626701}"/>
    <pc:docChg chg="addSld modSld">
      <pc:chgData name="Rúben Franco" userId="S::rrfranco@ua.pt::a0ed9411-83f7-41c5-8f13-313b6bcd7ecf" providerId="AD" clId="Web-{C9D0BC5B-6AA9-2B91-4941-7ED2D9626701}" dt="2024-05-20T12:48:10.343" v="149" actId="20577"/>
      <pc:docMkLst>
        <pc:docMk/>
      </pc:docMkLst>
      <pc:sldChg chg="modSp">
        <pc:chgData name="Rúben Franco" userId="S::rrfranco@ua.pt::a0ed9411-83f7-41c5-8f13-313b6bcd7ecf" providerId="AD" clId="Web-{C9D0BC5B-6AA9-2B91-4941-7ED2D9626701}" dt="2024-05-20T10:05:29.861" v="42" actId="20577"/>
        <pc:sldMkLst>
          <pc:docMk/>
          <pc:sldMk cId="223470611" sldId="291"/>
        </pc:sldMkLst>
        <pc:spChg chg="mod">
          <ac:chgData name="Rúben Franco" userId="S::rrfranco@ua.pt::a0ed9411-83f7-41c5-8f13-313b6bcd7ecf" providerId="AD" clId="Web-{C9D0BC5B-6AA9-2B91-4941-7ED2D9626701}" dt="2024-05-20T10:05:29.861" v="42" actId="20577"/>
          <ac:spMkLst>
            <pc:docMk/>
            <pc:sldMk cId="223470611" sldId="291"/>
            <ac:spMk id="3" creationId="{B758D523-E1E0-0AFF-62AC-F6B09590837D}"/>
          </ac:spMkLst>
        </pc:spChg>
      </pc:sldChg>
      <pc:sldChg chg="modSp">
        <pc:chgData name="Rúben Franco" userId="S::rrfranco@ua.pt::a0ed9411-83f7-41c5-8f13-313b6bcd7ecf" providerId="AD" clId="Web-{C9D0BC5B-6AA9-2B91-4941-7ED2D9626701}" dt="2024-05-20T10:01:43.933" v="39" actId="20577"/>
        <pc:sldMkLst>
          <pc:docMk/>
          <pc:sldMk cId="2426572033" sldId="297"/>
        </pc:sldMkLst>
        <pc:spChg chg="mod">
          <ac:chgData name="Rúben Franco" userId="S::rrfranco@ua.pt::a0ed9411-83f7-41c5-8f13-313b6bcd7ecf" providerId="AD" clId="Web-{C9D0BC5B-6AA9-2B91-4941-7ED2D9626701}" dt="2024-05-20T10:00:30.556" v="9" actId="20577"/>
          <ac:spMkLst>
            <pc:docMk/>
            <pc:sldMk cId="2426572033" sldId="297"/>
            <ac:spMk id="2" creationId="{EFBC85A3-905D-E80A-4256-6562734109D1}"/>
          </ac:spMkLst>
        </pc:spChg>
        <pc:spChg chg="mod">
          <ac:chgData name="Rúben Franco" userId="S::rrfranco@ua.pt::a0ed9411-83f7-41c5-8f13-313b6bcd7ecf" providerId="AD" clId="Web-{C9D0BC5B-6AA9-2B91-4941-7ED2D9626701}" dt="2024-05-20T10:01:43.933" v="39" actId="20577"/>
          <ac:spMkLst>
            <pc:docMk/>
            <pc:sldMk cId="2426572033" sldId="297"/>
            <ac:spMk id="3" creationId="{86938921-5CDE-A017-35E3-F3D0C442EFEE}"/>
          </ac:spMkLst>
        </pc:spChg>
      </pc:sldChg>
      <pc:sldChg chg="modSp new">
        <pc:chgData name="Rúben Franco" userId="S::rrfranco@ua.pt::a0ed9411-83f7-41c5-8f13-313b6bcd7ecf" providerId="AD" clId="Web-{C9D0BC5B-6AA9-2B91-4941-7ED2D9626701}" dt="2024-05-20T12:48:10.343" v="149" actId="20577"/>
        <pc:sldMkLst>
          <pc:docMk/>
          <pc:sldMk cId="788852855" sldId="302"/>
        </pc:sldMkLst>
        <pc:spChg chg="mod">
          <ac:chgData name="Rúben Franco" userId="S::rrfranco@ua.pt::a0ed9411-83f7-41c5-8f13-313b6bcd7ecf" providerId="AD" clId="Web-{C9D0BC5B-6AA9-2B91-4941-7ED2D9626701}" dt="2024-05-20T12:35:47.013" v="53" actId="20577"/>
          <ac:spMkLst>
            <pc:docMk/>
            <pc:sldMk cId="788852855" sldId="302"/>
            <ac:spMk id="2" creationId="{B25D3E13-231B-B14F-1C49-D0A505A8C0B1}"/>
          </ac:spMkLst>
        </pc:spChg>
        <pc:spChg chg="mod">
          <ac:chgData name="Rúben Franco" userId="S::rrfranco@ua.pt::a0ed9411-83f7-41c5-8f13-313b6bcd7ecf" providerId="AD" clId="Web-{C9D0BC5B-6AA9-2B91-4941-7ED2D9626701}" dt="2024-05-20T12:48:10.343" v="149" actId="20577"/>
          <ac:spMkLst>
            <pc:docMk/>
            <pc:sldMk cId="788852855" sldId="302"/>
            <ac:spMk id="3" creationId="{3A6030DE-B7DF-0AF3-960E-7B43FC9935CD}"/>
          </ac:spMkLst>
        </pc:spChg>
      </pc:sldChg>
    </pc:docChg>
  </pc:docChgLst>
  <pc:docChgLst>
    <pc:chgData name="Bruno Oliveira" userId="S::brunogoliveira@ua.pt::e5f99647-13aa-46cb-aca2-a8274487e73a" providerId="AD" clId="Web-{4094CEAA-885F-89B7-70D5-580FC9C517F8}"/>
    <pc:docChg chg="modSld">
      <pc:chgData name="Bruno Oliveira" userId="S::brunogoliveira@ua.pt::e5f99647-13aa-46cb-aca2-a8274487e73a" providerId="AD" clId="Web-{4094CEAA-885F-89B7-70D5-580FC9C517F8}" dt="2024-05-20T15:24:32.756" v="0" actId="1076"/>
      <pc:docMkLst>
        <pc:docMk/>
      </pc:docMkLst>
      <pc:sldChg chg="modSp">
        <pc:chgData name="Bruno Oliveira" userId="S::brunogoliveira@ua.pt::e5f99647-13aa-46cb-aca2-a8274487e73a" providerId="AD" clId="Web-{4094CEAA-885F-89B7-70D5-580FC9C517F8}" dt="2024-05-20T15:24:32.756" v="0" actId="1076"/>
        <pc:sldMkLst>
          <pc:docMk/>
          <pc:sldMk cId="3814180433" sldId="300"/>
        </pc:sldMkLst>
        <pc:spChg chg="mod">
          <ac:chgData name="Bruno Oliveira" userId="S::brunogoliveira@ua.pt::e5f99647-13aa-46cb-aca2-a8274487e73a" providerId="AD" clId="Web-{4094CEAA-885F-89B7-70D5-580FC9C517F8}" dt="2024-05-20T15:24:32.756" v="0" actId="1076"/>
          <ac:spMkLst>
            <pc:docMk/>
            <pc:sldMk cId="3814180433" sldId="300"/>
            <ac:spMk id="7" creationId="{AC55C769-E22F-600A-A054-32E2149C1A7E}"/>
          </ac:spMkLst>
        </pc:spChg>
      </pc:sldChg>
    </pc:docChg>
  </pc:docChgLst>
  <pc:docChgLst>
    <pc:chgData name="António Costa" userId="f59dee56-c985-4c2e-97b4-ffdb0b1ffcd0" providerId="ADAL" clId="{55DA60E1-15D0-4914-9995-32D460E00120}"/>
    <pc:docChg chg="undo custSel addSld delSld modSld sldOrd">
      <pc:chgData name="António Costa" userId="f59dee56-c985-4c2e-97b4-ffdb0b1ffcd0" providerId="ADAL" clId="{55DA60E1-15D0-4914-9995-32D460E00120}" dt="2024-05-20T15:26:05.019" v="772" actId="20577"/>
      <pc:docMkLst>
        <pc:docMk/>
      </pc:docMkLst>
      <pc:sldChg chg="modSp mod">
        <pc:chgData name="António Costa" userId="f59dee56-c985-4c2e-97b4-ffdb0b1ffcd0" providerId="ADAL" clId="{55DA60E1-15D0-4914-9995-32D460E00120}" dt="2024-05-19T19:15:08.999" v="447" actId="20577"/>
        <pc:sldMkLst>
          <pc:docMk/>
          <pc:sldMk cId="0" sldId="271"/>
        </pc:sldMkLst>
        <pc:spChg chg="mod">
          <ac:chgData name="António Costa" userId="f59dee56-c985-4c2e-97b4-ffdb0b1ffcd0" providerId="ADAL" clId="{55DA60E1-15D0-4914-9995-32D460E00120}" dt="2024-05-19T19:15:08.999" v="447" actId="20577"/>
          <ac:spMkLst>
            <pc:docMk/>
            <pc:sldMk cId="0" sldId="271"/>
            <ac:spMk id="696" creationId="{00000000-0000-0000-0000-000000000000}"/>
          </ac:spMkLst>
        </pc:spChg>
      </pc:sldChg>
      <pc:sldChg chg="addSp delSp modSp mod">
        <pc:chgData name="António Costa" userId="f59dee56-c985-4c2e-97b4-ffdb0b1ffcd0" providerId="ADAL" clId="{55DA60E1-15D0-4914-9995-32D460E00120}" dt="2024-05-19T18:40:56.836" v="44" actId="20577"/>
        <pc:sldMkLst>
          <pc:docMk/>
          <pc:sldMk cId="0" sldId="276"/>
        </pc:sldMkLst>
        <pc:spChg chg="mod">
          <ac:chgData name="António Costa" userId="f59dee56-c985-4c2e-97b4-ffdb0b1ffcd0" providerId="ADAL" clId="{55DA60E1-15D0-4914-9995-32D460E00120}" dt="2024-05-19T18:40:56.836" v="44" actId="20577"/>
          <ac:spMkLst>
            <pc:docMk/>
            <pc:sldMk cId="0" sldId="276"/>
            <ac:spMk id="2" creationId="{B2BF249C-91D0-D3A4-7B59-1C90BE08FF7F}"/>
          </ac:spMkLst>
        </pc:spChg>
        <pc:spChg chg="mod">
          <ac:chgData name="António Costa" userId="f59dee56-c985-4c2e-97b4-ffdb0b1ffcd0" providerId="ADAL" clId="{55DA60E1-15D0-4914-9995-32D460E00120}" dt="2024-05-19T18:36:42.238" v="38" actId="20577"/>
          <ac:spMkLst>
            <pc:docMk/>
            <pc:sldMk cId="0" sldId="276"/>
            <ac:spMk id="870" creationId="{00000000-0000-0000-0000-000000000000}"/>
          </ac:spMkLst>
        </pc:spChg>
        <pc:picChg chg="add del">
          <ac:chgData name="António Costa" userId="f59dee56-c985-4c2e-97b4-ffdb0b1ffcd0" providerId="ADAL" clId="{55DA60E1-15D0-4914-9995-32D460E00120}" dt="2024-05-19T18:40:44.001" v="42" actId="22"/>
          <ac:picMkLst>
            <pc:docMk/>
            <pc:sldMk cId="0" sldId="276"/>
            <ac:picMk id="4" creationId="{BC4D2ABA-1034-D94A-5646-4BA49CCA5628}"/>
          </ac:picMkLst>
        </pc:picChg>
      </pc:sldChg>
      <pc:sldChg chg="addSp delSp modSp mod">
        <pc:chgData name="António Costa" userId="f59dee56-c985-4c2e-97b4-ffdb0b1ffcd0" providerId="ADAL" clId="{55DA60E1-15D0-4914-9995-32D460E00120}" dt="2024-05-19T19:32:53.912" v="593" actId="1076"/>
        <pc:sldMkLst>
          <pc:docMk/>
          <pc:sldMk cId="1164156451" sldId="290"/>
        </pc:sldMkLst>
        <pc:spChg chg="mod">
          <ac:chgData name="António Costa" userId="f59dee56-c985-4c2e-97b4-ffdb0b1ffcd0" providerId="ADAL" clId="{55DA60E1-15D0-4914-9995-32D460E00120}" dt="2024-05-19T19:09:49.654" v="337" actId="5793"/>
          <ac:spMkLst>
            <pc:docMk/>
            <pc:sldMk cId="1164156451" sldId="290"/>
            <ac:spMk id="2" creationId="{B2BF249C-91D0-D3A4-7B59-1C90BE08FF7F}"/>
          </ac:spMkLst>
        </pc:spChg>
        <pc:spChg chg="add mod">
          <ac:chgData name="António Costa" userId="f59dee56-c985-4c2e-97b4-ffdb0b1ffcd0" providerId="ADAL" clId="{55DA60E1-15D0-4914-9995-32D460E00120}" dt="2024-05-19T19:10:06.813" v="339" actId="1076"/>
          <ac:spMkLst>
            <pc:docMk/>
            <pc:sldMk cId="1164156451" sldId="290"/>
            <ac:spMk id="6" creationId="{05EEEAE0-8820-C43C-0AE8-4F50E8422F94}"/>
          </ac:spMkLst>
        </pc:spChg>
        <pc:spChg chg="add del">
          <ac:chgData name="António Costa" userId="f59dee56-c985-4c2e-97b4-ffdb0b1ffcd0" providerId="ADAL" clId="{55DA60E1-15D0-4914-9995-32D460E00120}" dt="2024-05-19T18:59:48.489" v="209" actId="22"/>
          <ac:spMkLst>
            <pc:docMk/>
            <pc:sldMk cId="1164156451" sldId="290"/>
            <ac:spMk id="8" creationId="{3867660B-1FE4-3145-371E-801CB80E4C5A}"/>
          </ac:spMkLst>
        </pc:spChg>
        <pc:spChg chg="add mod">
          <ac:chgData name="António Costa" userId="f59dee56-c985-4c2e-97b4-ffdb0b1ffcd0" providerId="ADAL" clId="{55DA60E1-15D0-4914-9995-32D460E00120}" dt="2024-05-19T19:09:30.979" v="333" actId="1076"/>
          <ac:spMkLst>
            <pc:docMk/>
            <pc:sldMk cId="1164156451" sldId="290"/>
            <ac:spMk id="9" creationId="{D84CCFB1-A546-2466-314E-4A74CDC97D7D}"/>
          </ac:spMkLst>
        </pc:spChg>
        <pc:spChg chg="add mod">
          <ac:chgData name="António Costa" userId="f59dee56-c985-4c2e-97b4-ffdb0b1ffcd0" providerId="ADAL" clId="{55DA60E1-15D0-4914-9995-32D460E00120}" dt="2024-05-19T19:32:53.912" v="593" actId="1076"/>
          <ac:spMkLst>
            <pc:docMk/>
            <pc:sldMk cId="1164156451" sldId="290"/>
            <ac:spMk id="14" creationId="{CE27337C-2BDF-5D3B-90B2-5F2AB854FD42}"/>
          </ac:spMkLst>
        </pc:spChg>
        <pc:spChg chg="add del mod">
          <ac:chgData name="António Costa" userId="f59dee56-c985-4c2e-97b4-ffdb0b1ffcd0" providerId="ADAL" clId="{55DA60E1-15D0-4914-9995-32D460E00120}" dt="2024-05-19T19:08:23.993" v="313"/>
          <ac:spMkLst>
            <pc:docMk/>
            <pc:sldMk cId="1164156451" sldId="290"/>
            <ac:spMk id="15" creationId="{12FBB0F9-E500-FC69-5106-271BEA693668}"/>
          </ac:spMkLst>
        </pc:spChg>
        <pc:spChg chg="add mod">
          <ac:chgData name="António Costa" userId="f59dee56-c985-4c2e-97b4-ffdb0b1ffcd0" providerId="ADAL" clId="{55DA60E1-15D0-4914-9995-32D460E00120}" dt="2024-05-19T19:09:33.995" v="334" actId="1076"/>
          <ac:spMkLst>
            <pc:docMk/>
            <pc:sldMk cId="1164156451" sldId="290"/>
            <ac:spMk id="16" creationId="{1A6CB4AD-C607-0F23-5DD8-D272FB5CC064}"/>
          </ac:spMkLst>
        </pc:spChg>
        <pc:spChg chg="add mod">
          <ac:chgData name="António Costa" userId="f59dee56-c985-4c2e-97b4-ffdb0b1ffcd0" providerId="ADAL" clId="{55DA60E1-15D0-4914-9995-32D460E00120}" dt="2024-05-19T19:08:34.163" v="316"/>
          <ac:spMkLst>
            <pc:docMk/>
            <pc:sldMk cId="1164156451" sldId="290"/>
            <ac:spMk id="17" creationId="{DD1B01D4-76E1-2749-85C8-0E8633203A6A}"/>
          </ac:spMkLst>
        </pc:spChg>
        <pc:spChg chg="mod">
          <ac:chgData name="António Costa" userId="f59dee56-c985-4c2e-97b4-ffdb0b1ffcd0" providerId="ADAL" clId="{55DA60E1-15D0-4914-9995-32D460E00120}" dt="2024-05-19T18:49:52.606" v="146" actId="20577"/>
          <ac:spMkLst>
            <pc:docMk/>
            <pc:sldMk cId="1164156451" sldId="290"/>
            <ac:spMk id="870" creationId="{00000000-0000-0000-0000-000000000000}"/>
          </ac:spMkLst>
        </pc:spChg>
        <pc:picChg chg="add">
          <ac:chgData name="António Costa" userId="f59dee56-c985-4c2e-97b4-ffdb0b1ffcd0" providerId="ADAL" clId="{55DA60E1-15D0-4914-9995-32D460E00120}" dt="2024-05-19T18:49:08.986" v="99"/>
          <ac:picMkLst>
            <pc:docMk/>
            <pc:sldMk cId="1164156451" sldId="290"/>
            <ac:picMk id="3" creationId="{6B8E1DB0-83AA-7797-253F-C8C56AA2B689}"/>
          </ac:picMkLst>
        </pc:picChg>
        <pc:picChg chg="add del mod">
          <ac:chgData name="António Costa" userId="f59dee56-c985-4c2e-97b4-ffdb0b1ffcd0" providerId="ADAL" clId="{55DA60E1-15D0-4914-9995-32D460E00120}" dt="2024-05-19T19:01:29.646" v="236" actId="21"/>
          <ac:picMkLst>
            <pc:docMk/>
            <pc:sldMk cId="1164156451" sldId="290"/>
            <ac:picMk id="5" creationId="{D05DB367-4324-E064-3433-B6C540C2B82B}"/>
          </ac:picMkLst>
        </pc:picChg>
        <pc:picChg chg="add mod">
          <ac:chgData name="António Costa" userId="f59dee56-c985-4c2e-97b4-ffdb0b1ffcd0" providerId="ADAL" clId="{55DA60E1-15D0-4914-9995-32D460E00120}" dt="2024-05-19T19:10:09.723" v="341" actId="1076"/>
          <ac:picMkLst>
            <pc:docMk/>
            <pc:sldMk cId="1164156451" sldId="290"/>
            <ac:picMk id="11" creationId="{DDD70825-D90F-7E54-7BF3-799D5609D672}"/>
          </ac:picMkLst>
        </pc:picChg>
        <pc:picChg chg="add mod">
          <ac:chgData name="António Costa" userId="f59dee56-c985-4c2e-97b4-ffdb0b1ffcd0" providerId="ADAL" clId="{55DA60E1-15D0-4914-9995-32D460E00120}" dt="2024-05-19T19:10:08.611" v="340" actId="1076"/>
          <ac:picMkLst>
            <pc:docMk/>
            <pc:sldMk cId="1164156451" sldId="290"/>
            <ac:picMk id="13" creationId="{F54633D0-1020-D44A-7C77-ED3511A88093}"/>
          </ac:picMkLst>
        </pc:picChg>
      </pc:sldChg>
      <pc:sldChg chg="modSp mod">
        <pc:chgData name="António Costa" userId="f59dee56-c985-4c2e-97b4-ffdb0b1ffcd0" providerId="ADAL" clId="{55DA60E1-15D0-4914-9995-32D460E00120}" dt="2024-05-19T18:47:22.103" v="65" actId="1076"/>
        <pc:sldMkLst>
          <pc:docMk/>
          <pc:sldMk cId="223470611" sldId="291"/>
        </pc:sldMkLst>
        <pc:spChg chg="mod">
          <ac:chgData name="António Costa" userId="f59dee56-c985-4c2e-97b4-ffdb0b1ffcd0" providerId="ADAL" clId="{55DA60E1-15D0-4914-9995-32D460E00120}" dt="2024-05-19T18:47:22.103" v="65" actId="1076"/>
          <ac:spMkLst>
            <pc:docMk/>
            <pc:sldMk cId="223470611" sldId="291"/>
            <ac:spMk id="2" creationId="{B2BF249C-91D0-D3A4-7B59-1C90BE08FF7F}"/>
          </ac:spMkLst>
        </pc:spChg>
        <pc:spChg chg="mod">
          <ac:chgData name="António Costa" userId="f59dee56-c985-4c2e-97b4-ffdb0b1ffcd0" providerId="ADAL" clId="{55DA60E1-15D0-4914-9995-32D460E00120}" dt="2024-05-19T18:47:20.627" v="64" actId="20577"/>
          <ac:spMkLst>
            <pc:docMk/>
            <pc:sldMk cId="223470611" sldId="291"/>
            <ac:spMk id="870" creationId="{00000000-0000-0000-0000-000000000000}"/>
          </ac:spMkLst>
        </pc:spChg>
      </pc:sldChg>
      <pc:sldChg chg="addSp modSp new mod">
        <pc:chgData name="António Costa" userId="f59dee56-c985-4c2e-97b4-ffdb0b1ffcd0" providerId="ADAL" clId="{55DA60E1-15D0-4914-9995-32D460E00120}" dt="2024-05-19T22:23:22.651" v="746" actId="20577"/>
        <pc:sldMkLst>
          <pc:docMk/>
          <pc:sldMk cId="3075479261" sldId="292"/>
        </pc:sldMkLst>
        <pc:spChg chg="mod">
          <ac:chgData name="António Costa" userId="f59dee56-c985-4c2e-97b4-ffdb0b1ffcd0" providerId="ADAL" clId="{55DA60E1-15D0-4914-9995-32D460E00120}" dt="2024-05-19T22:23:22.651" v="746" actId="20577"/>
          <ac:spMkLst>
            <pc:docMk/>
            <pc:sldMk cId="3075479261" sldId="292"/>
            <ac:spMk id="2" creationId="{E1911BF0-CBB8-64CB-BE15-E79AF7BCF62C}"/>
          </ac:spMkLst>
        </pc:spChg>
        <pc:picChg chg="add mod">
          <ac:chgData name="António Costa" userId="f59dee56-c985-4c2e-97b4-ffdb0b1ffcd0" providerId="ADAL" clId="{55DA60E1-15D0-4914-9995-32D460E00120}" dt="2024-05-19T19:15:19.427" v="448" actId="1076"/>
          <ac:picMkLst>
            <pc:docMk/>
            <pc:sldMk cId="3075479261" sldId="292"/>
            <ac:picMk id="3" creationId="{FA6A79E9-72D0-AC97-01B6-ED1392CB2CF8}"/>
          </ac:picMkLst>
        </pc:picChg>
      </pc:sldChg>
      <pc:sldChg chg="addSp delSp modSp new del mod ord">
        <pc:chgData name="António Costa" userId="f59dee56-c985-4c2e-97b4-ffdb0b1ffcd0" providerId="ADAL" clId="{55DA60E1-15D0-4914-9995-32D460E00120}" dt="2024-05-19T22:16:37.201" v="708" actId="2696"/>
        <pc:sldMkLst>
          <pc:docMk/>
          <pc:sldMk cId="61180216" sldId="293"/>
        </pc:sldMkLst>
        <pc:spChg chg="mod">
          <ac:chgData name="António Costa" userId="f59dee56-c985-4c2e-97b4-ffdb0b1ffcd0" providerId="ADAL" clId="{55DA60E1-15D0-4914-9995-32D460E00120}" dt="2024-05-19T19:12:15.012" v="376" actId="20577"/>
          <ac:spMkLst>
            <pc:docMk/>
            <pc:sldMk cId="61180216" sldId="293"/>
            <ac:spMk id="2" creationId="{9A70F5D5-ADEF-5422-FAAE-1245DAD8C451}"/>
          </ac:spMkLst>
        </pc:spChg>
        <pc:spChg chg="add mod">
          <ac:chgData name="António Costa" userId="f59dee56-c985-4c2e-97b4-ffdb0b1ffcd0" providerId="ADAL" clId="{55DA60E1-15D0-4914-9995-32D460E00120}" dt="2024-05-19T19:38:21.852" v="659" actId="1076"/>
          <ac:spMkLst>
            <pc:docMk/>
            <pc:sldMk cId="61180216" sldId="293"/>
            <ac:spMk id="3" creationId="{23FB90D1-9859-B625-2C03-54DC91245409}"/>
          </ac:spMkLst>
        </pc:spChg>
        <pc:spChg chg="add mod">
          <ac:chgData name="António Costa" userId="f59dee56-c985-4c2e-97b4-ffdb0b1ffcd0" providerId="ADAL" clId="{55DA60E1-15D0-4914-9995-32D460E00120}" dt="2024-05-19T19:41:29.076" v="704" actId="1076"/>
          <ac:spMkLst>
            <pc:docMk/>
            <pc:sldMk cId="61180216" sldId="293"/>
            <ac:spMk id="7" creationId="{EA2CBA24-8575-CDCD-04A2-34B72FB2B9F5}"/>
          </ac:spMkLst>
        </pc:spChg>
        <pc:spChg chg="add mod">
          <ac:chgData name="António Costa" userId="f59dee56-c985-4c2e-97b4-ffdb0b1ffcd0" providerId="ADAL" clId="{55DA60E1-15D0-4914-9995-32D460E00120}" dt="2024-05-19T19:41:33.531" v="706" actId="1076"/>
          <ac:spMkLst>
            <pc:docMk/>
            <pc:sldMk cId="61180216" sldId="293"/>
            <ac:spMk id="8" creationId="{A9E69BA7-1538-08E9-41DC-FB7E2E9BFBCC}"/>
          </ac:spMkLst>
        </pc:spChg>
        <pc:spChg chg="add mod">
          <ac:chgData name="António Costa" userId="f59dee56-c985-4c2e-97b4-ffdb0b1ffcd0" providerId="ADAL" clId="{55DA60E1-15D0-4914-9995-32D460E00120}" dt="2024-05-19T19:41:26.172" v="702" actId="1076"/>
          <ac:spMkLst>
            <pc:docMk/>
            <pc:sldMk cId="61180216" sldId="293"/>
            <ac:spMk id="12" creationId="{E6383C33-F3B0-9E00-7D43-0171AEE5139D}"/>
          </ac:spMkLst>
        </pc:spChg>
        <pc:spChg chg="add mod">
          <ac:chgData name="António Costa" userId="f59dee56-c985-4c2e-97b4-ffdb0b1ffcd0" providerId="ADAL" clId="{55DA60E1-15D0-4914-9995-32D460E00120}" dt="2024-05-19T19:41:31.963" v="705" actId="1076"/>
          <ac:spMkLst>
            <pc:docMk/>
            <pc:sldMk cId="61180216" sldId="293"/>
            <ac:spMk id="14" creationId="{C39D3558-9055-54C8-906B-700BC3A8CDC7}"/>
          </ac:spMkLst>
        </pc:spChg>
        <pc:picChg chg="add del mod">
          <ac:chgData name="António Costa" userId="f59dee56-c985-4c2e-97b4-ffdb0b1ffcd0" providerId="ADAL" clId="{55DA60E1-15D0-4914-9995-32D460E00120}" dt="2024-05-19T19:20:34.283" v="480" actId="21"/>
          <ac:picMkLst>
            <pc:docMk/>
            <pc:sldMk cId="61180216" sldId="293"/>
            <ac:picMk id="4" creationId="{75015583-1C3C-DA05-D24B-A74404D95D58}"/>
          </ac:picMkLst>
        </pc:picChg>
        <pc:picChg chg="add mod">
          <ac:chgData name="António Costa" userId="f59dee56-c985-4c2e-97b4-ffdb0b1ffcd0" providerId="ADAL" clId="{55DA60E1-15D0-4914-9995-32D460E00120}" dt="2024-05-19T19:41:24.251" v="701" actId="1076"/>
          <ac:picMkLst>
            <pc:docMk/>
            <pc:sldMk cId="61180216" sldId="293"/>
            <ac:picMk id="6" creationId="{63B59EDD-DE75-651B-F09A-E3E35BBECDC9}"/>
          </ac:picMkLst>
        </pc:picChg>
        <pc:picChg chg="add mod">
          <ac:chgData name="António Costa" userId="f59dee56-c985-4c2e-97b4-ffdb0b1ffcd0" providerId="ADAL" clId="{55DA60E1-15D0-4914-9995-32D460E00120}" dt="2024-05-19T19:41:36.796" v="707" actId="1076"/>
          <ac:picMkLst>
            <pc:docMk/>
            <pc:sldMk cId="61180216" sldId="293"/>
            <ac:picMk id="10" creationId="{F138DF3E-8033-F752-291A-F867B4A8C25F}"/>
          </ac:picMkLst>
        </pc:picChg>
      </pc:sldChg>
      <pc:sldChg chg="addSp modSp new mod">
        <pc:chgData name="António Costa" userId="f59dee56-c985-4c2e-97b4-ffdb0b1ffcd0" providerId="ADAL" clId="{55DA60E1-15D0-4914-9995-32D460E00120}" dt="2024-05-19T22:19:23.005" v="734" actId="14100"/>
        <pc:sldMkLst>
          <pc:docMk/>
          <pc:sldMk cId="1770805721" sldId="294"/>
        </pc:sldMkLst>
        <pc:spChg chg="mod">
          <ac:chgData name="António Costa" userId="f59dee56-c985-4c2e-97b4-ffdb0b1ffcd0" providerId="ADAL" clId="{55DA60E1-15D0-4914-9995-32D460E00120}" dt="2024-05-19T19:15:58.281" v="474" actId="20577"/>
          <ac:spMkLst>
            <pc:docMk/>
            <pc:sldMk cId="1770805721" sldId="294"/>
            <ac:spMk id="2" creationId="{BDFF115F-E6F1-744B-FB90-EE53266F4C62}"/>
          </ac:spMkLst>
        </pc:spChg>
        <pc:spChg chg="add mod">
          <ac:chgData name="António Costa" userId="f59dee56-c985-4c2e-97b4-ffdb0b1ffcd0" providerId="ADAL" clId="{55DA60E1-15D0-4914-9995-32D460E00120}" dt="2024-05-19T22:19:17.095" v="731" actId="1076"/>
          <ac:spMkLst>
            <pc:docMk/>
            <pc:sldMk cId="1770805721" sldId="294"/>
            <ac:spMk id="5" creationId="{0EB5620B-A0DE-87B9-DD44-C829B3DE3B6E}"/>
          </ac:spMkLst>
        </pc:spChg>
        <pc:picChg chg="add mod">
          <ac:chgData name="António Costa" userId="f59dee56-c985-4c2e-97b4-ffdb0b1ffcd0" providerId="ADAL" clId="{55DA60E1-15D0-4914-9995-32D460E00120}" dt="2024-05-19T22:19:23.005" v="734" actId="14100"/>
          <ac:picMkLst>
            <pc:docMk/>
            <pc:sldMk cId="1770805721" sldId="294"/>
            <ac:picMk id="4" creationId="{94522BF4-74F8-6827-240E-0D3E8AA5AA20}"/>
          </ac:picMkLst>
        </pc:picChg>
      </pc:sldChg>
      <pc:sldChg chg="modSp new mod">
        <pc:chgData name="António Costa" userId="f59dee56-c985-4c2e-97b4-ffdb0b1ffcd0" providerId="ADAL" clId="{55DA60E1-15D0-4914-9995-32D460E00120}" dt="2024-05-19T19:15:52.971" v="465" actId="20577"/>
        <pc:sldMkLst>
          <pc:docMk/>
          <pc:sldMk cId="3570113401" sldId="295"/>
        </pc:sldMkLst>
        <pc:spChg chg="mod">
          <ac:chgData name="António Costa" userId="f59dee56-c985-4c2e-97b4-ffdb0b1ffcd0" providerId="ADAL" clId="{55DA60E1-15D0-4914-9995-32D460E00120}" dt="2024-05-19T19:15:52.971" v="465" actId="20577"/>
          <ac:spMkLst>
            <pc:docMk/>
            <pc:sldMk cId="3570113401" sldId="295"/>
            <ac:spMk id="2" creationId="{7815F05A-1F49-7BD9-E356-E0B3F625E106}"/>
          </ac:spMkLst>
        </pc:spChg>
      </pc:sldChg>
      <pc:sldChg chg="modSp mod">
        <pc:chgData name="António Costa" userId="f59dee56-c985-4c2e-97b4-ffdb0b1ffcd0" providerId="ADAL" clId="{55DA60E1-15D0-4914-9995-32D460E00120}" dt="2024-05-20T15:26:05.019" v="772" actId="20577"/>
        <pc:sldMkLst>
          <pc:docMk/>
          <pc:sldMk cId="1105684444" sldId="296"/>
        </pc:sldMkLst>
        <pc:spChg chg="mod">
          <ac:chgData name="António Costa" userId="f59dee56-c985-4c2e-97b4-ffdb0b1ffcd0" providerId="ADAL" clId="{55DA60E1-15D0-4914-9995-32D460E00120}" dt="2024-05-20T15:26:05.019" v="772" actId="20577"/>
          <ac:spMkLst>
            <pc:docMk/>
            <pc:sldMk cId="1105684444" sldId="296"/>
            <ac:spMk id="12" creationId="{E6383C33-F3B0-9E00-7D43-0171AEE5139D}"/>
          </ac:spMkLst>
        </pc:spChg>
      </pc:sldChg>
      <pc:sldChg chg="modSp mod">
        <pc:chgData name="António Costa" userId="f59dee56-c985-4c2e-97b4-ffdb0b1ffcd0" providerId="ADAL" clId="{55DA60E1-15D0-4914-9995-32D460E00120}" dt="2024-05-20T15:15:18.895" v="747" actId="1076"/>
        <pc:sldMkLst>
          <pc:docMk/>
          <pc:sldMk cId="3814180433" sldId="300"/>
        </pc:sldMkLst>
        <pc:spChg chg="mod">
          <ac:chgData name="António Costa" userId="f59dee56-c985-4c2e-97b4-ffdb0b1ffcd0" providerId="ADAL" clId="{55DA60E1-15D0-4914-9995-32D460E00120}" dt="2024-05-20T15:15:18.895" v="747" actId="1076"/>
          <ac:spMkLst>
            <pc:docMk/>
            <pc:sldMk cId="3814180433" sldId="300"/>
            <ac:spMk id="7" creationId="{AC55C769-E22F-600A-A054-32E2149C1A7E}"/>
          </ac:spMkLst>
        </pc:spChg>
      </pc:sldChg>
    </pc:docChg>
  </pc:docChgLst>
  <pc:docChgLst>
    <pc:chgData name="Bruno Oliveira" userId="S::brunogoliveira@ua.pt::e5f99647-13aa-46cb-aca2-a8274487e73a" providerId="AD" clId="Web-{D8A66D7F-7555-FD93-90CA-411C9AE57D59}"/>
    <pc:docChg chg="addSld delSld modSld">
      <pc:chgData name="Bruno Oliveira" userId="S::brunogoliveira@ua.pt::e5f99647-13aa-46cb-aca2-a8274487e73a" providerId="AD" clId="Web-{D8A66D7F-7555-FD93-90CA-411C9AE57D59}" dt="2024-05-20T10:19:32.443" v="145" actId="20577"/>
      <pc:docMkLst>
        <pc:docMk/>
      </pc:docMkLst>
      <pc:sldChg chg="del">
        <pc:chgData name="Bruno Oliveira" userId="S::brunogoliveira@ua.pt::e5f99647-13aa-46cb-aca2-a8274487e73a" providerId="AD" clId="Web-{D8A66D7F-7555-FD93-90CA-411C9AE57D59}" dt="2024-05-20T10:10:35.735" v="76"/>
        <pc:sldMkLst>
          <pc:docMk/>
          <pc:sldMk cId="0" sldId="271"/>
        </pc:sldMkLst>
      </pc:sldChg>
      <pc:sldChg chg="modSp">
        <pc:chgData name="Bruno Oliveira" userId="S::brunogoliveira@ua.pt::e5f99647-13aa-46cb-aca2-a8274487e73a" providerId="AD" clId="Web-{D8A66D7F-7555-FD93-90CA-411C9AE57D59}" dt="2024-05-20T10:12:00.488" v="84" actId="20577"/>
        <pc:sldMkLst>
          <pc:docMk/>
          <pc:sldMk cId="1164156451" sldId="290"/>
        </pc:sldMkLst>
        <pc:spChg chg="mod">
          <ac:chgData name="Bruno Oliveira" userId="S::brunogoliveira@ua.pt::e5f99647-13aa-46cb-aca2-a8274487e73a" providerId="AD" clId="Web-{D8A66D7F-7555-FD93-90CA-411C9AE57D59}" dt="2024-05-20T10:12:00.488" v="84" actId="20577"/>
          <ac:spMkLst>
            <pc:docMk/>
            <pc:sldMk cId="1164156451" sldId="290"/>
            <ac:spMk id="9" creationId="{D84CCFB1-A546-2466-314E-4A74CDC97D7D}"/>
          </ac:spMkLst>
        </pc:spChg>
      </pc:sldChg>
      <pc:sldChg chg="del">
        <pc:chgData name="Bruno Oliveira" userId="S::brunogoliveira@ua.pt::e5f99647-13aa-46cb-aca2-a8274487e73a" providerId="AD" clId="Web-{D8A66D7F-7555-FD93-90CA-411C9AE57D59}" dt="2024-05-20T10:12:48.912" v="85"/>
        <pc:sldMkLst>
          <pc:docMk/>
          <pc:sldMk cId="3075479261" sldId="292"/>
        </pc:sldMkLst>
      </pc:sldChg>
      <pc:sldChg chg="addSp delSp modSp">
        <pc:chgData name="Bruno Oliveira" userId="S::brunogoliveira@ua.pt::e5f99647-13aa-46cb-aca2-a8274487e73a" providerId="AD" clId="Web-{D8A66D7F-7555-FD93-90CA-411C9AE57D59}" dt="2024-05-20T10:05:10.738" v="44" actId="14100"/>
        <pc:sldMkLst>
          <pc:docMk/>
          <pc:sldMk cId="1770805721" sldId="294"/>
        </pc:sldMkLst>
        <pc:spChg chg="mod">
          <ac:chgData name="Bruno Oliveira" userId="S::brunogoliveira@ua.pt::e5f99647-13aa-46cb-aca2-a8274487e73a" providerId="AD" clId="Web-{D8A66D7F-7555-FD93-90CA-411C9AE57D59}" dt="2024-05-20T10:01:28.042" v="12" actId="20577"/>
          <ac:spMkLst>
            <pc:docMk/>
            <pc:sldMk cId="1770805721" sldId="294"/>
            <ac:spMk id="2" creationId="{BDFF115F-E6F1-744B-FB90-EE53266F4C62}"/>
          </ac:spMkLst>
        </pc:spChg>
        <pc:spChg chg="add del mod">
          <ac:chgData name="Bruno Oliveira" userId="S::brunogoliveira@ua.pt::e5f99647-13aa-46cb-aca2-a8274487e73a" providerId="AD" clId="Web-{D8A66D7F-7555-FD93-90CA-411C9AE57D59}" dt="2024-05-20T10:02:02.059" v="19"/>
          <ac:spMkLst>
            <pc:docMk/>
            <pc:sldMk cId="1770805721" sldId="294"/>
            <ac:spMk id="3" creationId="{A52B4A78-6D83-A468-2E35-E20F375F7B93}"/>
          </ac:spMkLst>
        </pc:spChg>
        <pc:spChg chg="del mod">
          <ac:chgData name="Bruno Oliveira" userId="S::brunogoliveira@ua.pt::e5f99647-13aa-46cb-aca2-a8274487e73a" providerId="AD" clId="Web-{D8A66D7F-7555-FD93-90CA-411C9AE57D59}" dt="2024-05-20T10:01:38.792" v="15"/>
          <ac:spMkLst>
            <pc:docMk/>
            <pc:sldMk cId="1770805721" sldId="294"/>
            <ac:spMk id="5" creationId="{0EB5620B-A0DE-87B9-DD44-C829B3DE3B6E}"/>
          </ac:spMkLst>
        </pc:spChg>
        <pc:spChg chg="add mod">
          <ac:chgData name="Bruno Oliveira" userId="S::brunogoliveira@ua.pt::e5f99647-13aa-46cb-aca2-a8274487e73a" providerId="AD" clId="Web-{D8A66D7F-7555-FD93-90CA-411C9AE57D59}" dt="2024-05-20T10:05:10.738" v="44" actId="14100"/>
          <ac:spMkLst>
            <pc:docMk/>
            <pc:sldMk cId="1770805721" sldId="294"/>
            <ac:spMk id="7" creationId="{AC55C769-E22F-600A-A054-32E2149C1A7E}"/>
          </ac:spMkLst>
        </pc:spChg>
        <pc:picChg chg="del">
          <ac:chgData name="Bruno Oliveira" userId="S::brunogoliveira@ua.pt::e5f99647-13aa-46cb-aca2-a8274487e73a" providerId="AD" clId="Web-{D8A66D7F-7555-FD93-90CA-411C9AE57D59}" dt="2024-05-20T10:01:34.261" v="13"/>
          <ac:picMkLst>
            <pc:docMk/>
            <pc:sldMk cId="1770805721" sldId="294"/>
            <ac:picMk id="4" creationId="{94522BF4-74F8-6827-240E-0D3E8AA5AA20}"/>
          </ac:picMkLst>
        </pc:picChg>
        <pc:picChg chg="add mod modCrop">
          <ac:chgData name="Bruno Oliveira" userId="S::brunogoliveira@ua.pt::e5f99647-13aa-46cb-aca2-a8274487e73a" providerId="AD" clId="Web-{D8A66D7F-7555-FD93-90CA-411C9AE57D59}" dt="2024-05-20T10:05:05.472" v="43"/>
          <ac:picMkLst>
            <pc:docMk/>
            <pc:sldMk cId="1770805721" sldId="294"/>
            <ac:picMk id="8" creationId="{37C3B7DA-FD6D-5A49-5B28-DEEBE6954C03}"/>
          </ac:picMkLst>
        </pc:picChg>
      </pc:sldChg>
      <pc:sldChg chg="del">
        <pc:chgData name="Bruno Oliveira" userId="S::brunogoliveira@ua.pt::e5f99647-13aa-46cb-aca2-a8274487e73a" providerId="AD" clId="Web-{D8A66D7F-7555-FD93-90CA-411C9AE57D59}" dt="2024-05-20T10:09:27.232" v="68"/>
        <pc:sldMkLst>
          <pc:docMk/>
          <pc:sldMk cId="3570113401" sldId="295"/>
        </pc:sldMkLst>
      </pc:sldChg>
      <pc:sldChg chg="modSp">
        <pc:chgData name="Bruno Oliveira" userId="S::brunogoliveira@ua.pt::e5f99647-13aa-46cb-aca2-a8274487e73a" providerId="AD" clId="Web-{D8A66D7F-7555-FD93-90CA-411C9AE57D59}" dt="2024-05-20T10:19:32.443" v="145" actId="20577"/>
        <pc:sldMkLst>
          <pc:docMk/>
          <pc:sldMk cId="1061612147" sldId="299"/>
        </pc:sldMkLst>
        <pc:spChg chg="mod">
          <ac:chgData name="Bruno Oliveira" userId="S::brunogoliveira@ua.pt::e5f99647-13aa-46cb-aca2-a8274487e73a" providerId="AD" clId="Web-{D8A66D7F-7555-FD93-90CA-411C9AE57D59}" dt="2024-05-20T10:19:32.443" v="145" actId="20577"/>
          <ac:spMkLst>
            <pc:docMk/>
            <pc:sldMk cId="1061612147" sldId="299"/>
            <ac:spMk id="3" creationId="{EE414B5B-E115-A031-3C59-7EE6D84B7F86}"/>
          </ac:spMkLst>
        </pc:spChg>
      </pc:sldChg>
      <pc:sldChg chg="addSp delSp modSp add replId">
        <pc:chgData name="Bruno Oliveira" userId="S::brunogoliveira@ua.pt::e5f99647-13aa-46cb-aca2-a8274487e73a" providerId="AD" clId="Web-{D8A66D7F-7555-FD93-90CA-411C9AE57D59}" dt="2024-05-20T10:09:17.935" v="66" actId="20577"/>
        <pc:sldMkLst>
          <pc:docMk/>
          <pc:sldMk cId="3814180433" sldId="300"/>
        </pc:sldMkLst>
        <pc:spChg chg="mod">
          <ac:chgData name="Bruno Oliveira" userId="S::brunogoliveira@ua.pt::e5f99647-13aa-46cb-aca2-a8274487e73a" providerId="AD" clId="Web-{D8A66D7F-7555-FD93-90CA-411C9AE57D59}" dt="2024-05-20T10:09:17.935" v="66" actId="20577"/>
          <ac:spMkLst>
            <pc:docMk/>
            <pc:sldMk cId="3814180433" sldId="300"/>
            <ac:spMk id="7" creationId="{AC55C769-E22F-600A-A054-32E2149C1A7E}"/>
          </ac:spMkLst>
        </pc:spChg>
        <pc:picChg chg="add mod modCrop">
          <ac:chgData name="Bruno Oliveira" userId="S::brunogoliveira@ua.pt::e5f99647-13aa-46cb-aca2-a8274487e73a" providerId="AD" clId="Web-{D8A66D7F-7555-FD93-90CA-411C9AE57D59}" dt="2024-05-20T10:09:01.059" v="59" actId="14100"/>
          <ac:picMkLst>
            <pc:docMk/>
            <pc:sldMk cId="3814180433" sldId="300"/>
            <ac:picMk id="3" creationId="{3DA8B497-B0FA-167B-BBE7-B923C519FB6C}"/>
          </ac:picMkLst>
        </pc:picChg>
        <pc:picChg chg="del">
          <ac:chgData name="Bruno Oliveira" userId="S::brunogoliveira@ua.pt::e5f99647-13aa-46cb-aca2-a8274487e73a" providerId="AD" clId="Web-{D8A66D7F-7555-FD93-90CA-411C9AE57D59}" dt="2024-05-20T10:08:12.057" v="51"/>
          <ac:picMkLst>
            <pc:docMk/>
            <pc:sldMk cId="3814180433" sldId="300"/>
            <ac:picMk id="8" creationId="{37C3B7DA-FD6D-5A49-5B28-DEEBE6954C03}"/>
          </ac:picMkLst>
        </pc:picChg>
      </pc:sldChg>
      <pc:sldChg chg="addSp delSp modSp add replId">
        <pc:chgData name="Bruno Oliveira" userId="S::brunogoliveira@ua.pt::e5f99647-13aa-46cb-aca2-a8274487e73a" providerId="AD" clId="Web-{D8A66D7F-7555-FD93-90CA-411C9AE57D59}" dt="2024-05-20T10:10:29.562" v="75" actId="1076"/>
        <pc:sldMkLst>
          <pc:docMk/>
          <pc:sldMk cId="3562386698" sldId="301"/>
        </pc:sldMkLst>
        <pc:spChg chg="mod">
          <ac:chgData name="Bruno Oliveira" userId="S::brunogoliveira@ua.pt::e5f99647-13aa-46cb-aca2-a8274487e73a" providerId="AD" clId="Web-{D8A66D7F-7555-FD93-90CA-411C9AE57D59}" dt="2024-05-20T10:09:44.686" v="70" actId="20577"/>
          <ac:spMkLst>
            <pc:docMk/>
            <pc:sldMk cId="3562386698" sldId="301"/>
            <ac:spMk id="7" creationId="{AC55C769-E22F-600A-A054-32E2149C1A7E}"/>
          </ac:spMkLst>
        </pc:spChg>
        <pc:picChg chg="del">
          <ac:chgData name="Bruno Oliveira" userId="S::brunogoliveira@ua.pt::e5f99647-13aa-46cb-aca2-a8274487e73a" providerId="AD" clId="Web-{D8A66D7F-7555-FD93-90CA-411C9AE57D59}" dt="2024-05-20T10:09:47.389" v="71"/>
          <ac:picMkLst>
            <pc:docMk/>
            <pc:sldMk cId="3562386698" sldId="301"/>
            <ac:picMk id="3" creationId="{3DA8B497-B0FA-167B-BBE7-B923C519FB6C}"/>
          </ac:picMkLst>
        </pc:picChg>
        <pc:picChg chg="add mod">
          <ac:chgData name="Bruno Oliveira" userId="S::brunogoliveira@ua.pt::e5f99647-13aa-46cb-aca2-a8274487e73a" providerId="AD" clId="Web-{D8A66D7F-7555-FD93-90CA-411C9AE57D59}" dt="2024-05-20T10:10:29.562" v="75" actId="1076"/>
          <ac:picMkLst>
            <pc:docMk/>
            <pc:sldMk cId="3562386698" sldId="301"/>
            <ac:picMk id="4" creationId="{4ABE2589-2090-E106-11CF-3CCACD975CCA}"/>
          </ac:picMkLst>
        </pc:picChg>
      </pc:sldChg>
    </pc:docChg>
  </pc:docChgLst>
  <pc:docChgLst>
    <pc:chgData name="Guest User" userId="S::urn:spo:anon#7fe97e763a81c805ecbdc3d227101cef9607a297d190ae8b53a75040c30c958e::" providerId="AD" clId="Web-{A9956E1D-55D9-D820-3F0D-0CABFA534BA1}"/>
    <pc:docChg chg="modSld">
      <pc:chgData name="Guest User" userId="S::urn:spo:anon#7fe97e763a81c805ecbdc3d227101cef9607a297d190ae8b53a75040c30c958e::" providerId="AD" clId="Web-{A9956E1D-55D9-D820-3F0D-0CABFA534BA1}" dt="2024-05-06T14:33:25.855" v="253" actId="20577"/>
      <pc:docMkLst>
        <pc:docMk/>
      </pc:docMkLst>
      <pc:sldChg chg="modSp">
        <pc:chgData name="Guest User" userId="S::urn:spo:anon#7fe97e763a81c805ecbdc3d227101cef9607a297d190ae8b53a75040c30c958e::" providerId="AD" clId="Web-{A9956E1D-55D9-D820-3F0D-0CABFA534BA1}" dt="2024-05-06T14:20:08.548" v="105" actId="20577"/>
        <pc:sldMkLst>
          <pc:docMk/>
          <pc:sldMk cId="0" sldId="276"/>
        </pc:sldMkLst>
        <pc:spChg chg="mod">
          <ac:chgData name="Guest User" userId="S::urn:spo:anon#7fe97e763a81c805ecbdc3d227101cef9607a297d190ae8b53a75040c30c958e::" providerId="AD" clId="Web-{A9956E1D-55D9-D820-3F0D-0CABFA534BA1}" dt="2024-05-06T14:20:08.548" v="105" actId="20577"/>
          <ac:spMkLst>
            <pc:docMk/>
            <pc:sldMk cId="0" sldId="276"/>
            <ac:spMk id="2" creationId="{B2BF249C-91D0-D3A4-7B59-1C90BE08FF7F}"/>
          </ac:spMkLst>
        </pc:spChg>
      </pc:sldChg>
      <pc:sldChg chg="modSp">
        <pc:chgData name="Guest User" userId="S::urn:spo:anon#7fe97e763a81c805ecbdc3d227101cef9607a297d190ae8b53a75040c30c958e::" providerId="AD" clId="Web-{A9956E1D-55D9-D820-3F0D-0CABFA534BA1}" dt="2024-05-06T14:33:25.855" v="253" actId="20577"/>
        <pc:sldMkLst>
          <pc:docMk/>
          <pc:sldMk cId="1164156451" sldId="290"/>
        </pc:sldMkLst>
        <pc:spChg chg="mod">
          <ac:chgData name="Guest User" userId="S::urn:spo:anon#7fe97e763a81c805ecbdc3d227101cef9607a297d190ae8b53a75040c30c958e::" providerId="AD" clId="Web-{A9956E1D-55D9-D820-3F0D-0CABFA534BA1}" dt="2024-05-06T14:33:25.855" v="253" actId="20577"/>
          <ac:spMkLst>
            <pc:docMk/>
            <pc:sldMk cId="1164156451" sldId="290"/>
            <ac:spMk id="2" creationId="{B2BF249C-91D0-D3A4-7B59-1C90BE08FF7F}"/>
          </ac:spMkLst>
        </pc:spChg>
      </pc:sldChg>
      <pc:sldChg chg="modSp">
        <pc:chgData name="Guest User" userId="S::urn:spo:anon#7fe97e763a81c805ecbdc3d227101cef9607a297d190ae8b53a75040c30c958e::" providerId="AD" clId="Web-{A9956E1D-55D9-D820-3F0D-0CABFA534BA1}" dt="2024-05-06T14:21:37.680" v="117"/>
        <pc:sldMkLst>
          <pc:docMk/>
          <pc:sldMk cId="223470611" sldId="291"/>
        </pc:sldMkLst>
        <pc:spChg chg="mod">
          <ac:chgData name="Guest User" userId="S::urn:spo:anon#7fe97e763a81c805ecbdc3d227101cef9607a297d190ae8b53a75040c30c958e::" providerId="AD" clId="Web-{A9956E1D-55D9-D820-3F0D-0CABFA534BA1}" dt="2024-05-06T14:21:37.680" v="117"/>
          <ac:spMkLst>
            <pc:docMk/>
            <pc:sldMk cId="223470611" sldId="291"/>
            <ac:spMk id="2" creationId="{B2BF249C-91D0-D3A4-7B59-1C90BE08FF7F}"/>
          </ac:spMkLst>
        </pc:spChg>
      </pc:sldChg>
    </pc:docChg>
  </pc:docChgLst>
  <pc:docChgLst>
    <pc:chgData name="Guest User" userId="S::urn:spo:anon#7fe97e763a81c805ecbdc3d227101cef9607a297d190ae8b53a75040c30c958e::" providerId="AD" clId="Web-{677595F5-AAE4-FCA1-0368-BCED99EE3247}"/>
    <pc:docChg chg="modSld">
      <pc:chgData name="Guest User" userId="S::urn:spo:anon#7fe97e763a81c805ecbdc3d227101cef9607a297d190ae8b53a75040c30c958e::" providerId="AD" clId="Web-{677595F5-AAE4-FCA1-0368-BCED99EE3247}" dt="2024-05-05T15:44:34.032" v="28" actId="20577"/>
      <pc:docMkLst>
        <pc:docMk/>
      </pc:docMkLst>
      <pc:sldChg chg="modSp">
        <pc:chgData name="Guest User" userId="S::urn:spo:anon#7fe97e763a81c805ecbdc3d227101cef9607a297d190ae8b53a75040c30c958e::" providerId="AD" clId="Web-{677595F5-AAE4-FCA1-0368-BCED99EE3247}" dt="2024-05-05T15:44:34.032" v="28" actId="20577"/>
        <pc:sldMkLst>
          <pc:docMk/>
          <pc:sldMk cId="1164156451" sldId="290"/>
        </pc:sldMkLst>
        <pc:spChg chg="mod">
          <ac:chgData name="Guest User" userId="S::urn:spo:anon#7fe97e763a81c805ecbdc3d227101cef9607a297d190ae8b53a75040c30c958e::" providerId="AD" clId="Web-{677595F5-AAE4-FCA1-0368-BCED99EE3247}" dt="2024-05-05T15:44:34.032" v="28" actId="20577"/>
          <ac:spMkLst>
            <pc:docMk/>
            <pc:sldMk cId="1164156451" sldId="290"/>
            <ac:spMk id="2" creationId="{B2BF249C-91D0-D3A4-7B59-1C90BE08FF7F}"/>
          </ac:spMkLst>
        </pc:spChg>
      </pc:sldChg>
    </pc:docChg>
  </pc:docChgLst>
  <pc:docChgLst>
    <pc:chgData name="Bruno Oliveira" userId="S::brunogoliveira@ua.pt::e5f99647-13aa-46cb-aca2-a8274487e73a" providerId="AD" clId="Web-{984205BA-27EB-2E8D-E0BB-802CE432D851}"/>
    <pc:docChg chg="modSld">
      <pc:chgData name="Bruno Oliveira" userId="S::brunogoliveira@ua.pt::e5f99647-13aa-46cb-aca2-a8274487e73a" providerId="AD" clId="Web-{984205BA-27EB-2E8D-E0BB-802CE432D851}" dt="2024-05-18T17:18:16.741" v="21" actId="20577"/>
      <pc:docMkLst>
        <pc:docMk/>
      </pc:docMkLst>
      <pc:sldChg chg="addSp delSp modSp">
        <pc:chgData name="Bruno Oliveira" userId="S::brunogoliveira@ua.pt::e5f99647-13aa-46cb-aca2-a8274487e73a" providerId="AD" clId="Web-{984205BA-27EB-2E8D-E0BB-802CE432D851}" dt="2024-05-18T17:18:03.834" v="14" actId="20577"/>
        <pc:sldMkLst>
          <pc:docMk/>
          <pc:sldMk cId="0" sldId="276"/>
        </pc:sldMkLst>
        <pc:spChg chg="add del mod">
          <ac:chgData name="Bruno Oliveira" userId="S::brunogoliveira@ua.pt::e5f99647-13aa-46cb-aca2-a8274487e73a" providerId="AD" clId="Web-{984205BA-27EB-2E8D-E0BB-802CE432D851}" dt="2024-05-18T17:17:52.099" v="9" actId="20577"/>
          <ac:spMkLst>
            <pc:docMk/>
            <pc:sldMk cId="0" sldId="276"/>
            <ac:spMk id="2" creationId="{B2BF249C-91D0-D3A4-7B59-1C90BE08FF7F}"/>
          </ac:spMkLst>
        </pc:spChg>
        <pc:spChg chg="mod">
          <ac:chgData name="Bruno Oliveira" userId="S::brunogoliveira@ua.pt::e5f99647-13aa-46cb-aca2-a8274487e73a" providerId="AD" clId="Web-{984205BA-27EB-2E8D-E0BB-802CE432D851}" dt="2024-05-18T17:18:03.834" v="14" actId="20577"/>
          <ac:spMkLst>
            <pc:docMk/>
            <pc:sldMk cId="0" sldId="276"/>
            <ac:spMk id="870" creationId="{00000000-0000-0000-0000-000000000000}"/>
          </ac:spMkLst>
        </pc:spChg>
      </pc:sldChg>
      <pc:sldChg chg="addSp delSp modSp">
        <pc:chgData name="Bruno Oliveira" userId="S::brunogoliveira@ua.pt::e5f99647-13aa-46cb-aca2-a8274487e73a" providerId="AD" clId="Web-{984205BA-27EB-2E8D-E0BB-802CE432D851}" dt="2024-05-18T17:18:09.443" v="17" actId="20577"/>
        <pc:sldMkLst>
          <pc:docMk/>
          <pc:sldMk cId="1164156451" sldId="290"/>
        </pc:sldMkLst>
        <pc:spChg chg="mod">
          <ac:chgData name="Bruno Oliveira" userId="S::brunogoliveira@ua.pt::e5f99647-13aa-46cb-aca2-a8274487e73a" providerId="AD" clId="Web-{984205BA-27EB-2E8D-E0BB-802CE432D851}" dt="2024-05-18T17:18:09.443" v="17" actId="20577"/>
          <ac:spMkLst>
            <pc:docMk/>
            <pc:sldMk cId="1164156451" sldId="290"/>
            <ac:spMk id="2" creationId="{B2BF249C-91D0-D3A4-7B59-1C90BE08FF7F}"/>
          </ac:spMkLst>
        </pc:spChg>
        <pc:spChg chg="add del mod">
          <ac:chgData name="Bruno Oliveira" userId="S::brunogoliveira@ua.pt::e5f99647-13aa-46cb-aca2-a8274487e73a" providerId="AD" clId="Web-{984205BA-27EB-2E8D-E0BB-802CE432D851}" dt="2024-05-18T17:18:06.677" v="15" actId="20577"/>
          <ac:spMkLst>
            <pc:docMk/>
            <pc:sldMk cId="1164156451" sldId="290"/>
            <ac:spMk id="870" creationId="{00000000-0000-0000-0000-000000000000}"/>
          </ac:spMkLst>
        </pc:spChg>
      </pc:sldChg>
      <pc:sldChg chg="modSp">
        <pc:chgData name="Bruno Oliveira" userId="S::brunogoliveira@ua.pt::e5f99647-13aa-46cb-aca2-a8274487e73a" providerId="AD" clId="Web-{984205BA-27EB-2E8D-E0BB-802CE432D851}" dt="2024-05-18T17:18:16.741" v="21" actId="20577"/>
        <pc:sldMkLst>
          <pc:docMk/>
          <pc:sldMk cId="223470611" sldId="291"/>
        </pc:sldMkLst>
        <pc:spChg chg="mod">
          <ac:chgData name="Bruno Oliveira" userId="S::brunogoliveira@ua.pt::e5f99647-13aa-46cb-aca2-a8274487e73a" providerId="AD" clId="Web-{984205BA-27EB-2E8D-E0BB-802CE432D851}" dt="2024-05-18T17:18:16.741" v="21" actId="20577"/>
          <ac:spMkLst>
            <pc:docMk/>
            <pc:sldMk cId="223470611" sldId="291"/>
            <ac:spMk id="2" creationId="{B2BF249C-91D0-D3A4-7B59-1C90BE08FF7F}"/>
          </ac:spMkLst>
        </pc:spChg>
        <pc:spChg chg="mod">
          <ac:chgData name="Bruno Oliveira" userId="S::brunogoliveira@ua.pt::e5f99647-13aa-46cb-aca2-a8274487e73a" providerId="AD" clId="Web-{984205BA-27EB-2E8D-E0BB-802CE432D851}" dt="2024-05-18T17:18:15.585" v="19" actId="20577"/>
          <ac:spMkLst>
            <pc:docMk/>
            <pc:sldMk cId="223470611" sldId="291"/>
            <ac:spMk id="870" creationId="{00000000-0000-0000-0000-000000000000}"/>
          </ac:spMkLst>
        </pc:spChg>
      </pc:sldChg>
    </pc:docChg>
  </pc:docChgLst>
  <pc:docChgLst>
    <pc:chgData name="Guest User" userId="S::urn:spo:anon#7fe97e763a81c805ecbdc3d227101cef9607a297d190ae8b53a75040c30c958e::" providerId="AD" clId="Web-{2EE00127-52D0-7B9D-24B0-8604C1FB8524}"/>
    <pc:docChg chg="modSld">
      <pc:chgData name="Guest User" userId="S::urn:spo:anon#7fe97e763a81c805ecbdc3d227101cef9607a297d190ae8b53a75040c30c958e::" providerId="AD" clId="Web-{2EE00127-52D0-7B9D-24B0-8604C1FB8524}" dt="2024-05-06T12:25:21.891" v="2" actId="20577"/>
      <pc:docMkLst>
        <pc:docMk/>
      </pc:docMkLst>
      <pc:sldChg chg="modSp">
        <pc:chgData name="Guest User" userId="S::urn:spo:anon#7fe97e763a81c805ecbdc3d227101cef9607a297d190ae8b53a75040c30c958e::" providerId="AD" clId="Web-{2EE00127-52D0-7B9D-24B0-8604C1FB8524}" dt="2024-05-06T12:25:21.891" v="2" actId="20577"/>
        <pc:sldMkLst>
          <pc:docMk/>
          <pc:sldMk cId="1164156451" sldId="290"/>
        </pc:sldMkLst>
        <pc:spChg chg="mod">
          <ac:chgData name="Guest User" userId="S::urn:spo:anon#7fe97e763a81c805ecbdc3d227101cef9607a297d190ae8b53a75040c30c958e::" providerId="AD" clId="Web-{2EE00127-52D0-7B9D-24B0-8604C1FB8524}" dt="2024-05-06T12:25:21.891" v="2" actId="20577"/>
          <ac:spMkLst>
            <pc:docMk/>
            <pc:sldMk cId="1164156451" sldId="290"/>
            <ac:spMk id="2" creationId="{B2BF249C-91D0-D3A4-7B59-1C90BE08FF7F}"/>
          </ac:spMkLst>
        </pc:spChg>
      </pc:sldChg>
    </pc:docChg>
  </pc:docChgLst>
  <pc:docChgLst>
    <pc:chgData name="Rúben Franco" userId="S::rrfranco@ua.pt::a0ed9411-83f7-41c5-8f13-313b6bcd7ecf" providerId="AD" clId="Web-{752EE6F7-8D2F-E264-E867-B5FE33931F61}"/>
    <pc:docChg chg="addSld delSld modSld sldOrd">
      <pc:chgData name="Rúben Franco" userId="S::rrfranco@ua.pt::a0ed9411-83f7-41c5-8f13-313b6bcd7ecf" providerId="AD" clId="Web-{752EE6F7-8D2F-E264-E867-B5FE33931F61}" dt="2024-05-20T15:57:11.962" v="755"/>
      <pc:docMkLst>
        <pc:docMk/>
      </pc:docMkLst>
      <pc:sldChg chg="modSp">
        <pc:chgData name="Rúben Franco" userId="S::rrfranco@ua.pt::a0ed9411-83f7-41c5-8f13-313b6bcd7ecf" providerId="AD" clId="Web-{752EE6F7-8D2F-E264-E867-B5FE33931F61}" dt="2024-05-20T15:16:07.853" v="154" actId="20577"/>
        <pc:sldMkLst>
          <pc:docMk/>
          <pc:sldMk cId="1164156451" sldId="290"/>
        </pc:sldMkLst>
        <pc:spChg chg="mod">
          <ac:chgData name="Rúben Franco" userId="S::rrfranco@ua.pt::a0ed9411-83f7-41c5-8f13-313b6bcd7ecf" providerId="AD" clId="Web-{752EE6F7-8D2F-E264-E867-B5FE33931F61}" dt="2024-05-20T12:49:32.995" v="0" actId="20577"/>
          <ac:spMkLst>
            <pc:docMk/>
            <pc:sldMk cId="1164156451" sldId="290"/>
            <ac:spMk id="16" creationId="{1A6CB4AD-C607-0F23-5DD8-D272FB5CC064}"/>
          </ac:spMkLst>
        </pc:spChg>
        <pc:spChg chg="mod">
          <ac:chgData name="Rúben Franco" userId="S::rrfranco@ua.pt::a0ed9411-83f7-41c5-8f13-313b6bcd7ecf" providerId="AD" clId="Web-{752EE6F7-8D2F-E264-E867-B5FE33931F61}" dt="2024-05-20T15:16:07.853" v="154" actId="20577"/>
          <ac:spMkLst>
            <pc:docMk/>
            <pc:sldMk cId="1164156451" sldId="290"/>
            <ac:spMk id="870" creationId="{00000000-0000-0000-0000-000000000000}"/>
          </ac:spMkLst>
        </pc:spChg>
      </pc:sldChg>
      <pc:sldChg chg="modSp">
        <pc:chgData name="Rúben Franco" userId="S::rrfranco@ua.pt::a0ed9411-83f7-41c5-8f13-313b6bcd7ecf" providerId="AD" clId="Web-{752EE6F7-8D2F-E264-E867-B5FE33931F61}" dt="2024-05-20T15:28:59.147" v="181" actId="20577"/>
        <pc:sldMkLst>
          <pc:docMk/>
          <pc:sldMk cId="223470611" sldId="291"/>
        </pc:sldMkLst>
        <pc:spChg chg="mod">
          <ac:chgData name="Rúben Franco" userId="S::rrfranco@ua.pt::a0ed9411-83f7-41c5-8f13-313b6bcd7ecf" providerId="AD" clId="Web-{752EE6F7-8D2F-E264-E867-B5FE33931F61}" dt="2024-05-20T15:28:59.147" v="181" actId="20577"/>
          <ac:spMkLst>
            <pc:docMk/>
            <pc:sldMk cId="223470611" sldId="291"/>
            <ac:spMk id="3" creationId="{B758D523-E1E0-0AFF-62AC-F6B09590837D}"/>
          </ac:spMkLst>
        </pc:spChg>
      </pc:sldChg>
      <pc:sldChg chg="modSp">
        <pc:chgData name="Rúben Franco" userId="S::rrfranco@ua.pt::a0ed9411-83f7-41c5-8f13-313b6bcd7ecf" providerId="AD" clId="Web-{752EE6F7-8D2F-E264-E867-B5FE33931F61}" dt="2024-05-20T15:16:15.306" v="155" actId="20577"/>
        <pc:sldMkLst>
          <pc:docMk/>
          <pc:sldMk cId="1105684444" sldId="296"/>
        </pc:sldMkLst>
        <pc:spChg chg="mod">
          <ac:chgData name="Rúben Franco" userId="S::rrfranco@ua.pt::a0ed9411-83f7-41c5-8f13-313b6bcd7ecf" providerId="AD" clId="Web-{752EE6F7-8D2F-E264-E867-B5FE33931F61}" dt="2024-05-20T15:16:15.306" v="155" actId="20577"/>
          <ac:spMkLst>
            <pc:docMk/>
            <pc:sldMk cId="1105684444" sldId="296"/>
            <ac:spMk id="2" creationId="{9A70F5D5-ADEF-5422-FAAE-1245DAD8C451}"/>
          </ac:spMkLst>
        </pc:spChg>
      </pc:sldChg>
      <pc:sldChg chg="addSp delSp modSp">
        <pc:chgData name="Rúben Franco" userId="S::rrfranco@ua.pt::a0ed9411-83f7-41c5-8f13-313b6bcd7ecf" providerId="AD" clId="Web-{752EE6F7-8D2F-E264-E867-B5FE33931F61}" dt="2024-05-20T15:54:45.613" v="753" actId="20577"/>
        <pc:sldMkLst>
          <pc:docMk/>
          <pc:sldMk cId="2426572033" sldId="297"/>
        </pc:sldMkLst>
        <pc:spChg chg="mod">
          <ac:chgData name="Rúben Franco" userId="S::rrfranco@ua.pt::a0ed9411-83f7-41c5-8f13-313b6bcd7ecf" providerId="AD" clId="Web-{752EE6F7-8D2F-E264-E867-B5FE33931F61}" dt="2024-05-20T15:40:07.597" v="456" actId="20577"/>
          <ac:spMkLst>
            <pc:docMk/>
            <pc:sldMk cId="2426572033" sldId="297"/>
            <ac:spMk id="2" creationId="{EFBC85A3-905D-E80A-4256-6562734109D1}"/>
          </ac:spMkLst>
        </pc:spChg>
        <pc:spChg chg="mod">
          <ac:chgData name="Rúben Franco" userId="S::rrfranco@ua.pt::a0ed9411-83f7-41c5-8f13-313b6bcd7ecf" providerId="AD" clId="Web-{752EE6F7-8D2F-E264-E867-B5FE33931F61}" dt="2024-05-20T15:54:45.613" v="753" actId="20577"/>
          <ac:spMkLst>
            <pc:docMk/>
            <pc:sldMk cId="2426572033" sldId="297"/>
            <ac:spMk id="3" creationId="{86938921-5CDE-A017-35E3-F3D0C442EFEE}"/>
          </ac:spMkLst>
        </pc:spChg>
        <pc:picChg chg="del">
          <ac:chgData name="Rúben Franco" userId="S::rrfranco@ua.pt::a0ed9411-83f7-41c5-8f13-313b6bcd7ecf" providerId="AD" clId="Web-{752EE6F7-8D2F-E264-E867-B5FE33931F61}" dt="2024-05-20T15:40:42.020" v="462"/>
          <ac:picMkLst>
            <pc:docMk/>
            <pc:sldMk cId="2426572033" sldId="297"/>
            <ac:picMk id="4" creationId="{68E28078-4FB6-D537-5805-E7007730E110}"/>
          </ac:picMkLst>
        </pc:picChg>
        <pc:picChg chg="add mod">
          <ac:chgData name="Rúben Franco" userId="S::rrfranco@ua.pt::a0ed9411-83f7-41c5-8f13-313b6bcd7ecf" providerId="AD" clId="Web-{752EE6F7-8D2F-E264-E867-B5FE33931F61}" dt="2024-05-20T15:53:12.031" v="493" actId="1076"/>
          <ac:picMkLst>
            <pc:docMk/>
            <pc:sldMk cId="2426572033" sldId="297"/>
            <ac:picMk id="5" creationId="{71FCA84B-2FFA-37B5-7F5C-B4549D08365E}"/>
          </ac:picMkLst>
        </pc:picChg>
      </pc:sldChg>
      <pc:sldChg chg="addSp delSp modSp ord">
        <pc:chgData name="Rúben Franco" userId="S::rrfranco@ua.pt::a0ed9411-83f7-41c5-8f13-313b6bcd7ecf" providerId="AD" clId="Web-{752EE6F7-8D2F-E264-E867-B5FE33931F61}" dt="2024-05-20T14:34:38.237" v="150" actId="1076"/>
        <pc:sldMkLst>
          <pc:docMk/>
          <pc:sldMk cId="788852855" sldId="302"/>
        </pc:sldMkLst>
        <pc:spChg chg="mod">
          <ac:chgData name="Rúben Franco" userId="S::rrfranco@ua.pt::a0ed9411-83f7-41c5-8f13-313b6bcd7ecf" providerId="AD" clId="Web-{752EE6F7-8D2F-E264-E867-B5FE33931F61}" dt="2024-05-20T14:33:11.031" v="129" actId="20577"/>
          <ac:spMkLst>
            <pc:docMk/>
            <pc:sldMk cId="788852855" sldId="302"/>
            <ac:spMk id="3" creationId="{3A6030DE-B7DF-0AF3-960E-7B43FC9935CD}"/>
          </ac:spMkLst>
        </pc:spChg>
        <pc:picChg chg="add del mod">
          <ac:chgData name="Rúben Franco" userId="S::rrfranco@ua.pt::a0ed9411-83f7-41c5-8f13-313b6bcd7ecf" providerId="AD" clId="Web-{752EE6F7-8D2F-E264-E867-B5FE33931F61}" dt="2024-05-20T12:55:28.178" v="6"/>
          <ac:picMkLst>
            <pc:docMk/>
            <pc:sldMk cId="788852855" sldId="302"/>
            <ac:picMk id="4" creationId="{C82C6734-0984-6ABF-58D2-2539E01C3D12}"/>
          </ac:picMkLst>
        </pc:picChg>
        <pc:picChg chg="add mod">
          <ac:chgData name="Rúben Franco" userId="S::rrfranco@ua.pt::a0ed9411-83f7-41c5-8f13-313b6bcd7ecf" providerId="AD" clId="Web-{752EE6F7-8D2F-E264-E867-B5FE33931F61}" dt="2024-05-20T14:34:09.111" v="140" actId="1076"/>
          <ac:picMkLst>
            <pc:docMk/>
            <pc:sldMk cId="788852855" sldId="302"/>
            <ac:picMk id="4" creationId="{E37E53C3-F062-A191-8292-45D4A85A6B74}"/>
          </ac:picMkLst>
        </pc:picChg>
        <pc:picChg chg="add mod">
          <ac:chgData name="Rúben Franco" userId="S::rrfranco@ua.pt::a0ed9411-83f7-41c5-8f13-313b6bcd7ecf" providerId="AD" clId="Web-{752EE6F7-8D2F-E264-E867-B5FE33931F61}" dt="2024-05-20T14:34:11.049" v="141" actId="1076"/>
          <ac:picMkLst>
            <pc:docMk/>
            <pc:sldMk cId="788852855" sldId="302"/>
            <ac:picMk id="5" creationId="{DD1B3844-22BA-DBF2-E862-31EBA81E595A}"/>
          </ac:picMkLst>
        </pc:picChg>
        <pc:picChg chg="add mod">
          <ac:chgData name="Rúben Franco" userId="S::rrfranco@ua.pt::a0ed9411-83f7-41c5-8f13-313b6bcd7ecf" providerId="AD" clId="Web-{752EE6F7-8D2F-E264-E867-B5FE33931F61}" dt="2024-05-20T14:34:15.299" v="142" actId="1076"/>
          <ac:picMkLst>
            <pc:docMk/>
            <pc:sldMk cId="788852855" sldId="302"/>
            <ac:picMk id="6" creationId="{4F15740D-8E61-AE56-E97F-160DAD3D7E49}"/>
          </ac:picMkLst>
        </pc:picChg>
        <pc:picChg chg="add mod">
          <ac:chgData name="Rúben Franco" userId="S::rrfranco@ua.pt::a0ed9411-83f7-41c5-8f13-313b6bcd7ecf" providerId="AD" clId="Web-{752EE6F7-8D2F-E264-E867-B5FE33931F61}" dt="2024-05-20T14:34:38.237" v="150" actId="1076"/>
          <ac:picMkLst>
            <pc:docMk/>
            <pc:sldMk cId="788852855" sldId="302"/>
            <ac:picMk id="7" creationId="{CA326738-8D23-A2CB-D9F6-10E6BCD51325}"/>
          </ac:picMkLst>
        </pc:picChg>
        <pc:picChg chg="add mod">
          <ac:chgData name="Rúben Franco" userId="S::rrfranco@ua.pt::a0ed9411-83f7-41c5-8f13-313b6bcd7ecf" providerId="AD" clId="Web-{752EE6F7-8D2F-E264-E867-B5FE33931F61}" dt="2024-05-20T14:34:24.627" v="145" actId="1076"/>
          <ac:picMkLst>
            <pc:docMk/>
            <pc:sldMk cId="788852855" sldId="302"/>
            <ac:picMk id="8" creationId="{A36499BD-9D0B-A886-E712-DE6A6B59EE7B}"/>
          </ac:picMkLst>
        </pc:picChg>
      </pc:sldChg>
      <pc:sldChg chg="addSp modSp new ord">
        <pc:chgData name="Rúben Franco" userId="S::rrfranco@ua.pt::a0ed9411-83f7-41c5-8f13-313b6bcd7ecf" providerId="AD" clId="Web-{752EE6F7-8D2F-E264-E867-B5FE33931F61}" dt="2024-05-20T15:41:08.490" v="476" actId="20577"/>
        <pc:sldMkLst>
          <pc:docMk/>
          <pc:sldMk cId="1644690430" sldId="303"/>
        </pc:sldMkLst>
        <pc:spChg chg="mod">
          <ac:chgData name="Rúben Franco" userId="S::rrfranco@ua.pt::a0ed9411-83f7-41c5-8f13-313b6bcd7ecf" providerId="AD" clId="Web-{752EE6F7-8D2F-E264-E867-B5FE33931F61}" dt="2024-05-20T15:29:14.164" v="200" actId="20577"/>
          <ac:spMkLst>
            <pc:docMk/>
            <pc:sldMk cId="1644690430" sldId="303"/>
            <ac:spMk id="2" creationId="{03BEECCF-F967-FE29-13CF-7421720D1179}"/>
          </ac:spMkLst>
        </pc:spChg>
        <pc:spChg chg="mod">
          <ac:chgData name="Rúben Franco" userId="S::rrfranco@ua.pt::a0ed9411-83f7-41c5-8f13-313b6bcd7ecf" providerId="AD" clId="Web-{752EE6F7-8D2F-E264-E867-B5FE33931F61}" dt="2024-05-20T15:41:08.490" v="476" actId="20577"/>
          <ac:spMkLst>
            <pc:docMk/>
            <pc:sldMk cId="1644690430" sldId="303"/>
            <ac:spMk id="3" creationId="{53C88E83-FB31-9C41-04F7-18B5899BB1DC}"/>
          </ac:spMkLst>
        </pc:spChg>
        <pc:picChg chg="add mod">
          <ac:chgData name="Rúben Franco" userId="S::rrfranco@ua.pt::a0ed9411-83f7-41c5-8f13-313b6bcd7ecf" providerId="AD" clId="Web-{752EE6F7-8D2F-E264-E867-B5FE33931F61}" dt="2024-05-20T15:40:51.255" v="466" actId="1076"/>
          <ac:picMkLst>
            <pc:docMk/>
            <pc:sldMk cId="1644690430" sldId="303"/>
            <ac:picMk id="4" creationId="{DF98391B-65BA-82AC-965B-02381153ECE7}"/>
          </ac:picMkLst>
        </pc:picChg>
      </pc:sldChg>
      <pc:sldChg chg="new del">
        <pc:chgData name="Rúben Franco" userId="S::rrfranco@ua.pt::a0ed9411-83f7-41c5-8f13-313b6bcd7ecf" providerId="AD" clId="Web-{752EE6F7-8D2F-E264-E867-B5FE33931F61}" dt="2024-05-20T15:57:11.962" v="755"/>
        <pc:sldMkLst>
          <pc:docMk/>
          <pc:sldMk cId="2231520866" sldId="304"/>
        </pc:sldMkLst>
      </pc:sldChg>
    </pc:docChg>
  </pc:docChgLst>
  <pc:docChgLst>
    <pc:chgData name="Rúben Franco" userId="S::rrfranco@ua.pt::a0ed9411-83f7-41c5-8f13-313b6bcd7ecf" providerId="AD" clId="Web-{BEF81FE9-B851-53C5-9412-B0E54511DBEA}"/>
    <pc:docChg chg="addSld modSld sldOrd">
      <pc:chgData name="Rúben Franco" userId="S::rrfranco@ua.pt::a0ed9411-83f7-41c5-8f13-313b6bcd7ecf" providerId="AD" clId="Web-{BEF81FE9-B851-53C5-9412-B0E54511DBEA}" dt="2024-05-19T22:57:21.361" v="1277" actId="20577"/>
      <pc:docMkLst>
        <pc:docMk/>
      </pc:docMkLst>
      <pc:sldChg chg="addSp delSp modSp mod modClrScheme chgLayout">
        <pc:chgData name="Rúben Franco" userId="S::rrfranco@ua.pt::a0ed9411-83f7-41c5-8f13-313b6bcd7ecf" providerId="AD" clId="Web-{BEF81FE9-B851-53C5-9412-B0E54511DBEA}" dt="2024-05-19T22:57:21.361" v="1277" actId="20577"/>
        <pc:sldMkLst>
          <pc:docMk/>
          <pc:sldMk cId="223470611" sldId="291"/>
        </pc:sldMkLst>
        <pc:spChg chg="del mod">
          <ac:chgData name="Rúben Franco" userId="S::rrfranco@ua.pt::a0ed9411-83f7-41c5-8f13-313b6bcd7ecf" providerId="AD" clId="Web-{BEF81FE9-B851-53C5-9412-B0E54511DBEA}" dt="2024-05-19T22:33:30.220" v="75"/>
          <ac:spMkLst>
            <pc:docMk/>
            <pc:sldMk cId="223470611" sldId="291"/>
            <ac:spMk id="2" creationId="{B2BF249C-91D0-D3A4-7B59-1C90BE08FF7F}"/>
          </ac:spMkLst>
        </pc:spChg>
        <pc:spChg chg="add mod ord">
          <ac:chgData name="Rúben Franco" userId="S::rrfranco@ua.pt::a0ed9411-83f7-41c5-8f13-313b6bcd7ecf" providerId="AD" clId="Web-{BEF81FE9-B851-53C5-9412-B0E54511DBEA}" dt="2024-05-19T22:57:21.361" v="1277" actId="20577"/>
          <ac:spMkLst>
            <pc:docMk/>
            <pc:sldMk cId="223470611" sldId="291"/>
            <ac:spMk id="3" creationId="{B758D523-E1E0-0AFF-62AC-F6B09590837D}"/>
          </ac:spMkLst>
        </pc:spChg>
        <pc:spChg chg="mod ord">
          <ac:chgData name="Rúben Franco" userId="S::rrfranco@ua.pt::a0ed9411-83f7-41c5-8f13-313b6bcd7ecf" providerId="AD" clId="Web-{BEF81FE9-B851-53C5-9412-B0E54511DBEA}" dt="2024-05-19T22:33:50.955" v="76"/>
          <ac:spMkLst>
            <pc:docMk/>
            <pc:sldMk cId="223470611" sldId="291"/>
            <ac:spMk id="870" creationId="{00000000-0000-0000-0000-000000000000}"/>
          </ac:spMkLst>
        </pc:spChg>
      </pc:sldChg>
      <pc:sldChg chg="ord">
        <pc:chgData name="Rúben Franco" userId="S::rrfranco@ua.pt::a0ed9411-83f7-41c5-8f13-313b6bcd7ecf" providerId="AD" clId="Web-{BEF81FE9-B851-53C5-9412-B0E54511DBEA}" dt="2024-05-19T21:24:09.339" v="64"/>
        <pc:sldMkLst>
          <pc:docMk/>
          <pc:sldMk cId="61180216" sldId="293"/>
        </pc:sldMkLst>
      </pc:sldChg>
      <pc:sldChg chg="addSp delSp modSp add ord replId">
        <pc:chgData name="Rúben Franco" userId="S::rrfranco@ua.pt::a0ed9411-83f7-41c5-8f13-313b6bcd7ecf" providerId="AD" clId="Web-{BEF81FE9-B851-53C5-9412-B0E54511DBEA}" dt="2024-05-19T22:23:14.667" v="70" actId="1076"/>
        <pc:sldMkLst>
          <pc:docMk/>
          <pc:sldMk cId="1105684444" sldId="296"/>
        </pc:sldMkLst>
        <pc:spChg chg="mod">
          <ac:chgData name="Rúben Franco" userId="S::rrfranco@ua.pt::a0ed9411-83f7-41c5-8f13-313b6bcd7ecf" providerId="AD" clId="Web-{BEF81FE9-B851-53C5-9412-B0E54511DBEA}" dt="2024-05-19T22:23:14.667" v="70" actId="1076"/>
          <ac:spMkLst>
            <pc:docMk/>
            <pc:sldMk cId="1105684444" sldId="296"/>
            <ac:spMk id="2" creationId="{9A70F5D5-ADEF-5422-FAAE-1245DAD8C451}"/>
          </ac:spMkLst>
        </pc:spChg>
        <pc:spChg chg="del">
          <ac:chgData name="Rúben Franco" userId="S::rrfranco@ua.pt::a0ed9411-83f7-41c5-8f13-313b6bcd7ecf" providerId="AD" clId="Web-{BEF81FE9-B851-53C5-9412-B0E54511DBEA}" dt="2024-05-19T21:21:06.239" v="20"/>
          <ac:spMkLst>
            <pc:docMk/>
            <pc:sldMk cId="1105684444" sldId="296"/>
            <ac:spMk id="3" creationId="{23FB90D1-9859-B625-2C03-54DC91245409}"/>
          </ac:spMkLst>
        </pc:spChg>
        <pc:spChg chg="add del mod">
          <ac:chgData name="Rúben Franco" userId="S::rrfranco@ua.pt::a0ed9411-83f7-41c5-8f13-313b6bcd7ecf" providerId="AD" clId="Web-{BEF81FE9-B851-53C5-9412-B0E54511DBEA}" dt="2024-05-19T21:21:04.973" v="19"/>
          <ac:spMkLst>
            <pc:docMk/>
            <pc:sldMk cId="1105684444" sldId="296"/>
            <ac:spMk id="4" creationId="{82870F2B-7EB2-18DC-7757-9D6DC72B5062}"/>
          </ac:spMkLst>
        </pc:spChg>
        <pc:spChg chg="add mod">
          <ac:chgData name="Rúben Franco" userId="S::rrfranco@ua.pt::a0ed9411-83f7-41c5-8f13-313b6bcd7ecf" providerId="AD" clId="Web-{BEF81FE9-B851-53C5-9412-B0E54511DBEA}" dt="2024-05-19T21:23:40.838" v="62"/>
          <ac:spMkLst>
            <pc:docMk/>
            <pc:sldMk cId="1105684444" sldId="296"/>
            <ac:spMk id="5" creationId="{C0578A3D-ECFB-90DE-74E8-7F5960F1FD91}"/>
          </ac:spMkLst>
        </pc:spChg>
        <pc:spChg chg="mod">
          <ac:chgData name="Rúben Franco" userId="S::rrfranco@ua.pt::a0ed9411-83f7-41c5-8f13-313b6bcd7ecf" providerId="AD" clId="Web-{BEF81FE9-B851-53C5-9412-B0E54511DBEA}" dt="2024-05-19T21:25:25.763" v="66" actId="1076"/>
          <ac:spMkLst>
            <pc:docMk/>
            <pc:sldMk cId="1105684444" sldId="296"/>
            <ac:spMk id="7" creationId="{EA2CBA24-8575-CDCD-04A2-34B72FB2B9F5}"/>
          </ac:spMkLst>
        </pc:spChg>
        <pc:picChg chg="del">
          <ac:chgData name="Rúben Franco" userId="S::rrfranco@ua.pt::a0ed9411-83f7-41c5-8f13-313b6bcd7ecf" providerId="AD" clId="Web-{BEF81FE9-B851-53C5-9412-B0E54511DBEA}" dt="2024-05-19T21:20:12.971" v="1"/>
          <ac:picMkLst>
            <pc:docMk/>
            <pc:sldMk cId="1105684444" sldId="296"/>
            <ac:picMk id="6" creationId="{63B59EDD-DE75-651B-F09A-E3E35BBECDC9}"/>
          </ac:picMkLst>
        </pc:picChg>
      </pc:sldChg>
    </pc:docChg>
  </pc:docChgLst>
  <pc:docChgLst>
    <pc:chgData name="Bruno Oliveira" userId="S::brunogoliveira@ua.pt::e5f99647-13aa-46cb-aca2-a8274487e73a" providerId="AD" clId="Web-{7733C267-5B9D-91FB-BA62-F5E385896FB0}"/>
    <pc:docChg chg="delSld">
      <pc:chgData name="Bruno Oliveira" userId="S::brunogoliveira@ua.pt::e5f99647-13aa-46cb-aca2-a8274487e73a" providerId="AD" clId="Web-{7733C267-5B9D-91FB-BA62-F5E385896FB0}" dt="2024-05-05T15:49:01.643" v="0"/>
      <pc:docMkLst>
        <pc:docMk/>
      </pc:docMkLst>
      <pc:sldChg chg="del">
        <pc:chgData name="Bruno Oliveira" userId="S::brunogoliveira@ua.pt::e5f99647-13aa-46cb-aca2-a8274487e73a" providerId="AD" clId="Web-{7733C267-5B9D-91FB-BA62-F5E385896FB0}" dt="2024-05-05T15:49:01.643" v="0"/>
        <pc:sldMkLst>
          <pc:docMk/>
          <pc:sldMk cId="740256257" sldId="289"/>
        </pc:sldMkLst>
      </pc:sldChg>
    </pc:docChg>
  </pc:docChgLst>
  <pc:docChgLst>
    <pc:chgData name="Utilizador Convidado" userId="S::urn:spo:anon#7fe97e763a81c805ecbdc3d227101cef9607a297d190ae8b53a75040c30c958e::" providerId="AD" clId="Web-{CF0750FF-7F74-DC86-99A8-FDF502B7E01E}"/>
    <pc:docChg chg="delSld">
      <pc:chgData name="Utilizador Convidado" userId="S::urn:spo:anon#7fe97e763a81c805ecbdc3d227101cef9607a297d190ae8b53a75040c30c958e::" providerId="AD" clId="Web-{CF0750FF-7F74-DC86-99A8-FDF502B7E01E}" dt="2024-05-20T13:56:46.242" v="0"/>
      <pc:docMkLst>
        <pc:docMk/>
      </pc:docMkLst>
      <pc:sldChg chg="del">
        <pc:chgData name="Utilizador Convidado" userId="S::urn:spo:anon#7fe97e763a81c805ecbdc3d227101cef9607a297d190ae8b53a75040c30c958e::" providerId="AD" clId="Web-{CF0750FF-7F74-DC86-99A8-FDF502B7E01E}" dt="2024-05-20T13:56:46.242" v="0"/>
        <pc:sldMkLst>
          <pc:docMk/>
          <pc:sldMk cId="3580164529" sldId="298"/>
        </pc:sldMkLst>
      </pc:sldChg>
    </pc:docChg>
  </pc:docChgLst>
  <pc:docChgLst>
    <pc:chgData name="Rodrigo Lopes" userId="S::rmllopes@ua.pt::7f71380f-dc04-4e49-8a05-2d1eb182cfa9" providerId="AD" clId="Web-{A4F50818-3915-65DE-D607-2FCB7F22FDFD}"/>
    <pc:docChg chg="modSld">
      <pc:chgData name="Rodrigo Lopes" userId="S::rmllopes@ua.pt::7f71380f-dc04-4e49-8a05-2d1eb182cfa9" providerId="AD" clId="Web-{A4F50818-3915-65DE-D607-2FCB7F22FDFD}" dt="2024-05-06T15:20:34.438" v="651" actId="20577"/>
      <pc:docMkLst>
        <pc:docMk/>
      </pc:docMkLst>
      <pc:sldChg chg="addSp delSp modSp">
        <pc:chgData name="Rodrigo Lopes" userId="S::rmllopes@ua.pt::7f71380f-dc04-4e49-8a05-2d1eb182cfa9" providerId="AD" clId="Web-{A4F50818-3915-65DE-D607-2FCB7F22FDFD}" dt="2024-05-06T14:01:19.787" v="332" actId="20577"/>
        <pc:sldMkLst>
          <pc:docMk/>
          <pc:sldMk cId="1164156451" sldId="290"/>
        </pc:sldMkLst>
        <pc:spChg chg="mod">
          <ac:chgData name="Rodrigo Lopes" userId="S::rmllopes@ua.pt::7f71380f-dc04-4e49-8a05-2d1eb182cfa9" providerId="AD" clId="Web-{A4F50818-3915-65DE-D607-2FCB7F22FDFD}" dt="2024-05-06T14:01:19.787" v="332" actId="20577"/>
          <ac:spMkLst>
            <pc:docMk/>
            <pc:sldMk cId="1164156451" sldId="290"/>
            <ac:spMk id="2" creationId="{B2BF249C-91D0-D3A4-7B59-1C90BE08FF7F}"/>
          </ac:spMkLst>
        </pc:spChg>
        <pc:spChg chg="add del mod">
          <ac:chgData name="Rodrigo Lopes" userId="S::rmllopes@ua.pt::7f71380f-dc04-4e49-8a05-2d1eb182cfa9" providerId="AD" clId="Web-{A4F50818-3915-65DE-D607-2FCB7F22FDFD}" dt="2024-05-06T13:57:49.028" v="147"/>
          <ac:spMkLst>
            <pc:docMk/>
            <pc:sldMk cId="1164156451" sldId="290"/>
            <ac:spMk id="3" creationId="{AFDFED02-D226-B279-FA84-D9BFDA03C59E}"/>
          </ac:spMkLst>
        </pc:spChg>
      </pc:sldChg>
      <pc:sldChg chg="modSp">
        <pc:chgData name="Rodrigo Lopes" userId="S::rmllopes@ua.pt::7f71380f-dc04-4e49-8a05-2d1eb182cfa9" providerId="AD" clId="Web-{A4F50818-3915-65DE-D607-2FCB7F22FDFD}" dt="2024-05-06T15:20:34.438" v="651" actId="20577"/>
        <pc:sldMkLst>
          <pc:docMk/>
          <pc:sldMk cId="223470611" sldId="291"/>
        </pc:sldMkLst>
        <pc:spChg chg="mod">
          <ac:chgData name="Rodrigo Lopes" userId="S::rmllopes@ua.pt::7f71380f-dc04-4e49-8a05-2d1eb182cfa9" providerId="AD" clId="Web-{A4F50818-3915-65DE-D607-2FCB7F22FDFD}" dt="2024-05-06T15:20:34.438" v="651" actId="20577"/>
          <ac:spMkLst>
            <pc:docMk/>
            <pc:sldMk cId="223470611" sldId="291"/>
            <ac:spMk id="2" creationId="{B2BF249C-91D0-D3A4-7B59-1C90BE08FF7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9447a3cad7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9447a3cad7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9447a3cad7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9447a3cad7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8510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9447a3cad7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9447a3cad7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0280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>
            <a:spLocks noGrp="1"/>
          </p:cNvSpPr>
          <p:nvPr>
            <p:ph type="ctrTitle"/>
          </p:nvPr>
        </p:nvSpPr>
        <p:spPr>
          <a:xfrm>
            <a:off x="2877450" y="1543675"/>
            <a:ext cx="3270000" cy="158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2877450" y="3132425"/>
            <a:ext cx="3270000" cy="4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rgbClr val="0A1F3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6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6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6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6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Fira Sans Extra Condensed"/>
              <a:buNone/>
              <a:defRPr sz="3000" b="1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Font typeface="Roboto Condensed"/>
              <a:buNone/>
              <a:defRPr sz="3000" b="1"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Font typeface="Roboto Condensed"/>
              <a:buNone/>
              <a:defRPr sz="3000" b="1"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Font typeface="Roboto Condensed"/>
              <a:buNone/>
              <a:defRPr sz="3000" b="1"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Font typeface="Roboto Condensed"/>
              <a:buNone/>
              <a:defRPr sz="3000" b="1"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Font typeface="Roboto Condensed"/>
              <a:buNone/>
              <a:defRPr sz="3000" b="1"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Font typeface="Roboto Condensed"/>
              <a:buNone/>
              <a:defRPr sz="3000" b="1"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Font typeface="Roboto Condensed"/>
              <a:buNone/>
              <a:defRPr sz="3000" b="1"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Font typeface="Roboto Condensed"/>
              <a:buNone/>
              <a:defRPr sz="3000" b="1"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5"/>
          <p:cNvGrpSpPr/>
          <p:nvPr/>
        </p:nvGrpSpPr>
        <p:grpSpPr>
          <a:xfrm rot="-2700000">
            <a:off x="-194562" y="-2400504"/>
            <a:ext cx="9533125" cy="9532285"/>
            <a:chOff x="2411576" y="411475"/>
            <a:chExt cx="4320837" cy="4320456"/>
          </a:xfrm>
        </p:grpSpPr>
        <p:sp>
          <p:nvSpPr>
            <p:cNvPr id="56" name="Google Shape;56;p15"/>
            <p:cNvSpPr/>
            <p:nvPr/>
          </p:nvSpPr>
          <p:spPr>
            <a:xfrm>
              <a:off x="2411576" y="2608525"/>
              <a:ext cx="2123755" cy="2123406"/>
            </a:xfrm>
            <a:custGeom>
              <a:avLst/>
              <a:gdLst/>
              <a:ahLst/>
              <a:cxnLst/>
              <a:rect l="l" t="t" r="r" b="b"/>
              <a:pathLst>
                <a:path w="54743" h="54734" extrusionOk="0">
                  <a:moveTo>
                    <a:pt x="0" y="1"/>
                  </a:moveTo>
                  <a:cubicBezTo>
                    <a:pt x="0" y="30226"/>
                    <a:pt x="24509" y="54734"/>
                    <a:pt x="54743" y="54734"/>
                  </a:cubicBezTo>
                  <a:lnTo>
                    <a:pt x="5474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15"/>
            <p:cNvSpPr/>
            <p:nvPr/>
          </p:nvSpPr>
          <p:spPr>
            <a:xfrm>
              <a:off x="2579714" y="653324"/>
              <a:ext cx="1955617" cy="1955229"/>
            </a:xfrm>
            <a:custGeom>
              <a:avLst/>
              <a:gdLst/>
              <a:ahLst/>
              <a:cxnLst/>
              <a:rect l="l" t="t" r="r" b="b"/>
              <a:pathLst>
                <a:path w="50409" h="50399" extrusionOk="0">
                  <a:moveTo>
                    <a:pt x="50409" y="0"/>
                  </a:moveTo>
                  <a:cubicBezTo>
                    <a:pt x="22574" y="0"/>
                    <a:pt x="1" y="22564"/>
                    <a:pt x="1" y="50399"/>
                  </a:cubicBezTo>
                  <a:lnTo>
                    <a:pt x="50409" y="50399"/>
                  </a:lnTo>
                  <a:lnTo>
                    <a:pt x="504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5"/>
            <p:cNvSpPr/>
            <p:nvPr/>
          </p:nvSpPr>
          <p:spPr>
            <a:xfrm>
              <a:off x="4535297" y="411475"/>
              <a:ext cx="2197116" cy="2197077"/>
            </a:xfrm>
            <a:custGeom>
              <a:avLst/>
              <a:gdLst/>
              <a:ahLst/>
              <a:cxnLst/>
              <a:rect l="l" t="t" r="r" b="b"/>
              <a:pathLst>
                <a:path w="56634" h="56633" extrusionOk="0">
                  <a:moveTo>
                    <a:pt x="1" y="0"/>
                  </a:moveTo>
                  <a:lnTo>
                    <a:pt x="1" y="56633"/>
                  </a:lnTo>
                  <a:lnTo>
                    <a:pt x="56634" y="56633"/>
                  </a:lnTo>
                  <a:cubicBezTo>
                    <a:pt x="56634" y="25356"/>
                    <a:pt x="31278" y="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5"/>
            <p:cNvSpPr/>
            <p:nvPr/>
          </p:nvSpPr>
          <p:spPr>
            <a:xfrm>
              <a:off x="4535297" y="2608525"/>
              <a:ext cx="1923766" cy="1923766"/>
            </a:xfrm>
            <a:custGeom>
              <a:avLst/>
              <a:gdLst/>
              <a:ahLst/>
              <a:cxnLst/>
              <a:rect l="l" t="t" r="r" b="b"/>
              <a:pathLst>
                <a:path w="49588" h="49588" extrusionOk="0">
                  <a:moveTo>
                    <a:pt x="1" y="1"/>
                  </a:moveTo>
                  <a:lnTo>
                    <a:pt x="1" y="49588"/>
                  </a:lnTo>
                  <a:cubicBezTo>
                    <a:pt x="27381" y="49588"/>
                    <a:pt x="49588" y="27390"/>
                    <a:pt x="495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5"/>
            <p:cNvSpPr/>
            <p:nvPr/>
          </p:nvSpPr>
          <p:spPr>
            <a:xfrm>
              <a:off x="3504938" y="1578163"/>
              <a:ext cx="2060441" cy="2060441"/>
            </a:xfrm>
            <a:custGeom>
              <a:avLst/>
              <a:gdLst/>
              <a:ahLst/>
              <a:cxnLst/>
              <a:rect l="l" t="t" r="r" b="b"/>
              <a:pathLst>
                <a:path w="53111" h="53111" extrusionOk="0">
                  <a:moveTo>
                    <a:pt x="26560" y="0"/>
                  </a:moveTo>
                  <a:cubicBezTo>
                    <a:pt x="11889" y="0"/>
                    <a:pt x="0" y="11889"/>
                    <a:pt x="0" y="26560"/>
                  </a:cubicBezTo>
                  <a:cubicBezTo>
                    <a:pt x="0" y="41222"/>
                    <a:pt x="11889" y="53110"/>
                    <a:pt x="26560" y="53110"/>
                  </a:cubicBezTo>
                  <a:cubicBezTo>
                    <a:pt x="41222" y="53110"/>
                    <a:pt x="53111" y="41222"/>
                    <a:pt x="53111" y="26560"/>
                  </a:cubicBezTo>
                  <a:cubicBezTo>
                    <a:pt x="53111" y="11889"/>
                    <a:pt x="41222" y="0"/>
                    <a:pt x="26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" name="Google Shape;61;p15"/>
          <p:cNvSpPr txBox="1">
            <a:spLocks noGrp="1"/>
          </p:cNvSpPr>
          <p:nvPr>
            <p:ph type="ctrTitle"/>
          </p:nvPr>
        </p:nvSpPr>
        <p:spPr>
          <a:xfrm>
            <a:off x="2877450" y="999990"/>
            <a:ext cx="3270000" cy="158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>
                <a:solidFill>
                  <a:schemeClr val="lt2"/>
                </a:solidFill>
              </a:rPr>
              <a:t>Building-IT</a:t>
            </a:r>
            <a:endParaRPr lang="en-US">
              <a:solidFill>
                <a:schemeClr val="lt2"/>
              </a:solidFill>
            </a:endParaRPr>
          </a:p>
        </p:txBody>
      </p:sp>
      <p:sp>
        <p:nvSpPr>
          <p:cNvPr id="62" name="Google Shape;62;p15"/>
          <p:cNvSpPr txBox="1">
            <a:spLocks noGrp="1"/>
          </p:cNvSpPr>
          <p:nvPr>
            <p:ph type="subTitle" idx="1"/>
          </p:nvPr>
        </p:nvSpPr>
        <p:spPr>
          <a:xfrm>
            <a:off x="2877450" y="2828944"/>
            <a:ext cx="3270000" cy="13280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tx2"/>
                </a:solidFill>
              </a:rPr>
              <a:t>António Costa – 113594</a:t>
            </a:r>
            <a:endParaRPr lang="en-US">
              <a:solidFill>
                <a:schemeClr val="tx2"/>
              </a:solidFill>
            </a:endParaRPr>
          </a:p>
          <a:p>
            <a:pPr>
              <a:buClr>
                <a:schemeClr val="dk1"/>
              </a:buClr>
              <a:buSzPts val="1100"/>
            </a:pPr>
            <a:r>
              <a:rPr lang="en">
                <a:solidFill>
                  <a:schemeClr val="tx2"/>
                </a:solidFill>
              </a:rPr>
              <a:t>Bruno Oliveira – </a:t>
            </a:r>
            <a:r>
              <a:rPr lang="pt-PT" sz="1800">
                <a:solidFill>
                  <a:schemeClr val="tx2"/>
                </a:solidFill>
                <a:effectLst/>
                <a:ea typeface="Arial" panose="020B0604020202020204" pitchFamily="34" charset="0"/>
                <a:cs typeface="Noto Sans"/>
              </a:rPr>
              <a:t>113663</a:t>
            </a:r>
            <a:r>
              <a:rPr lang="en">
                <a:solidFill>
                  <a:schemeClr val="tx2"/>
                </a:solidFill>
              </a:rPr>
              <a:t> 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1800">
                <a:solidFill>
                  <a:schemeClr val="tx2"/>
                </a:solidFill>
                <a:effectLst/>
                <a:ea typeface="Arial" panose="020B0604020202020204" pitchFamily="34" charset="0"/>
                <a:cs typeface="Noto Sans"/>
              </a:rPr>
              <a:t>Rodrigo Lopes</a:t>
            </a:r>
            <a:r>
              <a:rPr lang="en">
                <a:solidFill>
                  <a:schemeClr val="tx2"/>
                </a:solidFill>
              </a:rPr>
              <a:t> – </a:t>
            </a:r>
            <a:r>
              <a:rPr lang="pt-PT" sz="1800">
                <a:solidFill>
                  <a:schemeClr val="tx2"/>
                </a:solidFill>
                <a:effectLst/>
                <a:ea typeface="Arial" panose="020B0604020202020204" pitchFamily="34" charset="0"/>
                <a:cs typeface="Noto Sans"/>
              </a:rPr>
              <a:t>113811</a:t>
            </a:r>
            <a:endParaRPr lang="en">
              <a:solidFill>
                <a:schemeClr val="tx2"/>
              </a:solidFill>
              <a:cs typeface="Noto Sans"/>
            </a:endParaRPr>
          </a:p>
          <a:p>
            <a:pPr>
              <a:buClr>
                <a:schemeClr val="dk1"/>
              </a:buClr>
              <a:buSzPts val="1100"/>
            </a:pPr>
            <a:r>
              <a:rPr lang="pt-PT" sz="1800">
                <a:solidFill>
                  <a:schemeClr val="tx2"/>
                </a:solidFill>
                <a:effectLst/>
                <a:ea typeface="Arial" panose="020B0604020202020204" pitchFamily="34" charset="0"/>
                <a:cs typeface="Noto Sans"/>
              </a:rPr>
              <a:t>Rúben Franco </a:t>
            </a:r>
            <a:r>
              <a:rPr lang="en">
                <a:solidFill>
                  <a:schemeClr val="tx2"/>
                </a:solidFill>
              </a:rPr>
              <a:t>– </a:t>
            </a:r>
            <a:r>
              <a:rPr lang="pt-PT" sz="1800">
                <a:solidFill>
                  <a:schemeClr val="tx2"/>
                </a:solidFill>
                <a:effectLst/>
                <a:ea typeface="Arial" panose="020B0604020202020204" pitchFamily="34" charset="0"/>
                <a:cs typeface="Noto Sans"/>
              </a:rPr>
              <a:t>114827</a:t>
            </a:r>
            <a:endParaRPr lang="en">
              <a:solidFill>
                <a:schemeClr val="tx2"/>
              </a:solidFill>
              <a:cs typeface="Noto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35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6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" sz="3100"/>
              <a:t>O nosso Projeto : Building-IT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2BF249C-91D0-D3A4-7B59-1C90BE08FF7F}"/>
              </a:ext>
            </a:extLst>
          </p:cNvPr>
          <p:cNvSpPr txBox="1"/>
          <p:nvPr/>
        </p:nvSpPr>
        <p:spPr>
          <a:xfrm>
            <a:off x="1165302" y="1106985"/>
            <a:ext cx="6962078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PT" sz="1800"/>
              <a:t>Revolucionar a gestão de edifícios com soluções inteligentes de automação.</a:t>
            </a:r>
          </a:p>
          <a:p>
            <a:endParaRPr lang="pt-PT" sz="1800"/>
          </a:p>
          <a:p>
            <a:r>
              <a:rPr lang="pt-PT" sz="1800"/>
              <a:t>Otimizar o consumo de energia e água nos edifícios residenciais e comerciais e o conforto dos ocupantes.</a:t>
            </a:r>
          </a:p>
          <a:p>
            <a:endParaRPr lang="en-US" sz="1800"/>
          </a:p>
        </p:txBody>
      </p:sp>
      <p:pic>
        <p:nvPicPr>
          <p:cNvPr id="5" name="Imagem 4" descr="Uma imagem com texto, Tipo de letra, captura de ecrã, Gráficos&#10;&#10;Descrição gerada automaticamente">
            <a:extLst>
              <a:ext uri="{FF2B5EF4-FFF2-40B4-BE49-F238E27FC236}">
                <a16:creationId xmlns:a16="http://schemas.microsoft.com/office/drawing/2014/main" id="{8C5B103D-E141-35BE-A648-ABB4FB46A59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3462" b="99279" l="32703" r="97838">
                        <a14:foregroundMark x1="54459" y1="89183" x2="41486" y2="65625"/>
                        <a14:foregroundMark x1="41486" y1="65625" x2="47703" y2="37740"/>
                        <a14:foregroundMark x1="47703" y1="37740" x2="76351" y2="28846"/>
                        <a14:foregroundMark x1="76351" y1="28846" x2="90270" y2="48077"/>
                        <a14:foregroundMark x1="90270" y1="48077" x2="92838" y2="77404"/>
                        <a14:foregroundMark x1="92838" y1="77404" x2="76757" y2="90385"/>
                        <a14:foregroundMark x1="76757" y1="90385" x2="54595" y2="91587"/>
                        <a14:foregroundMark x1="49595" y1="92067" x2="41351" y2="73317"/>
                        <a14:foregroundMark x1="41351" y1="73317" x2="42568" y2="45433"/>
                        <a14:foregroundMark x1="42568" y1="45433" x2="66216" y2="16106"/>
                        <a14:foregroundMark x1="66216" y1="16106" x2="94324" y2="17548"/>
                        <a14:foregroundMark x1="94324" y1="17548" x2="97568" y2="82452"/>
                        <a14:foregroundMark x1="97568" y1="82452" x2="42162" y2="96635"/>
                        <a14:foregroundMark x1="42162" y1="96635" x2="36486" y2="72596"/>
                        <a14:foregroundMark x1="36486" y1="72596" x2="41892" y2="64904"/>
                        <a14:foregroundMark x1="49054" y1="26202" x2="57973" y2="17067"/>
                        <a14:foregroundMark x1="57973" y1="17067" x2="72027" y2="15625"/>
                        <a14:foregroundMark x1="72027" y1="15625" x2="91081" y2="18510"/>
                        <a14:foregroundMark x1="91081" y1="18510" x2="97973" y2="50962"/>
                        <a14:foregroundMark x1="97973" y1="50962" x2="92838" y2="99279"/>
                        <a14:foregroundMark x1="92838" y1="99279" x2="37027" y2="91827"/>
                        <a14:foregroundMark x1="37027" y1="91827" x2="35946" y2="68029"/>
                        <a14:foregroundMark x1="44547" y1="24618" x2="46757" y2="13462"/>
                        <a14:foregroundMark x1="41363" y1="40687" x2="42039" y2="37277"/>
                        <a14:foregroundMark x1="35946" y1="68029" x2="40341" y2="45850"/>
                        <a14:foregroundMark x1="89595" y1="22356" x2="99459" y2="42067"/>
                        <a14:foregroundMark x1="99459" y1="42067" x2="95811" y2="82452"/>
                        <a14:foregroundMark x1="95811" y1="82452" x2="88784" y2="97115"/>
                        <a14:foregroundMark x1="88784" y1="97115" x2="32703" y2="99279"/>
                        <a14:foregroundMark x1="57568" y1="93510" x2="90270" y2="86058"/>
                        <a14:foregroundMark x1="90270" y1="86058" x2="97838" y2="67788"/>
                        <a14:foregroundMark x1="97838" y1="67788" x2="97838" y2="67788"/>
                        <a14:foregroundMark x1="80541" y1="32692" x2="67162" y2="39183"/>
                        <a14:foregroundMark x1="67162" y1="39183" x2="59324" y2="66346"/>
                        <a14:foregroundMark x1="59324" y1="66346" x2="70135" y2="77163"/>
                        <a14:foregroundMark x1="70135" y1="77163" x2="82568" y2="52404"/>
                        <a14:foregroundMark x1="82568" y1="52404" x2="78919" y2="33413"/>
                        <a14:foregroundMark x1="78919" y1="33413" x2="77162" y2="31490"/>
                        <a14:foregroundMark x1="71892" y1="36779" x2="71892" y2="38462"/>
                        <a14:foregroundMark x1="75000" y1="39904" x2="74189" y2="41827"/>
                        <a14:foregroundMark x1="73243" y1="44952" x2="73784" y2="46154"/>
                        <a14:backgroundMark x1="41622" y1="21875" x2="37027" y2="41346"/>
                        <a14:backgroundMark x1="37027" y1="41346" x2="34459" y2="40865"/>
                        <a14:backgroundMark x1="43784" y1="23798" x2="37162" y2="40865"/>
                        <a14:backgroundMark x1="37162" y1="40865" x2="36486" y2="40144"/>
                        <a14:backgroundMark x1="41351" y1="26923" x2="37432" y2="43510"/>
                        <a14:backgroundMark x1="37432" y1="43510" x2="38243" y2="37740"/>
                        <a14:backgroundMark x1="38243" y1="25962" x2="36757" y2="42788"/>
                        <a14:backgroundMark x1="39459" y1="37260" x2="38378" y2="38462"/>
                        <a14:backgroundMark x1="40405" y1="39183" x2="37973" y2="42788"/>
                      </a14:backgroundRemoval>
                    </a14:imgEffect>
                  </a14:imgLayer>
                </a14:imgProps>
              </a:ext>
            </a:extLst>
          </a:blip>
          <a:srcRect l="37417" t="16484"/>
          <a:stretch/>
        </p:blipFill>
        <p:spPr>
          <a:xfrm>
            <a:off x="3074541" y="2896731"/>
            <a:ext cx="2994917" cy="224676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35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6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" sz="3100"/>
              <a:t>Requisitos do Building-IT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2BF249C-91D0-D3A4-7B59-1C90BE08FF7F}"/>
              </a:ext>
            </a:extLst>
          </p:cNvPr>
          <p:cNvSpPr txBox="1"/>
          <p:nvPr/>
        </p:nvSpPr>
        <p:spPr>
          <a:xfrm>
            <a:off x="2912327" y="948488"/>
            <a:ext cx="6962078" cy="11182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Bef>
                <a:spcPts val="1000"/>
              </a:spcBef>
            </a:pPr>
            <a:endParaRPr lang="pt-PT" sz="1800"/>
          </a:p>
          <a:p>
            <a:pPr marL="285750" indent="-285750">
              <a:spcBef>
                <a:spcPts val="1000"/>
              </a:spcBef>
              <a:buChar char="•"/>
            </a:pPr>
            <a:endParaRPr lang="pt-PT" sz="1800"/>
          </a:p>
          <a:p>
            <a:pPr>
              <a:spcBef>
                <a:spcPts val="1000"/>
              </a:spcBef>
            </a:pPr>
            <a:endParaRPr lang="en-US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5EEEAE0-8820-C43C-0AE8-4F50E8422F94}"/>
              </a:ext>
            </a:extLst>
          </p:cNvPr>
          <p:cNvSpPr txBox="1"/>
          <p:nvPr/>
        </p:nvSpPr>
        <p:spPr>
          <a:xfrm>
            <a:off x="648778" y="1388370"/>
            <a:ext cx="427806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1. A aplicação deve ser acessível através de um browser, sem a necessidade de instalar software específico.</a:t>
            </a:r>
          </a:p>
          <a:p>
            <a:pPr marL="342900" indent="-342900">
              <a:buFont typeface="+mj-lt"/>
              <a:buAutoNum type="arabicPeriod"/>
            </a:pPr>
            <a:endParaRPr lang="pt-PT"/>
          </a:p>
          <a:p>
            <a:endParaRPr lang="pt-PT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84CCFB1-A546-2466-314E-4A74CDC97D7D}"/>
              </a:ext>
            </a:extLst>
          </p:cNvPr>
          <p:cNvSpPr txBox="1"/>
          <p:nvPr/>
        </p:nvSpPr>
        <p:spPr>
          <a:xfrm>
            <a:off x="4572000" y="3645418"/>
            <a:ext cx="4278063" cy="116955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pt-PT"/>
          </a:p>
          <a:p>
            <a:r>
              <a:rPr lang="pt-PT"/>
              <a:t>2. O sistema terá de comunicar com os sistemas de iluminação, eletricidade, fornecimento de água e de temperatura de edifícios;</a:t>
            </a:r>
          </a:p>
          <a:p>
            <a:pPr marL="342900" indent="-342900">
              <a:buFont typeface="+mj-lt"/>
              <a:buAutoNum type="arabicPeriod"/>
            </a:pPr>
            <a:endParaRPr lang="pt-PT"/>
          </a:p>
        </p:txBody>
      </p:sp>
      <p:pic>
        <p:nvPicPr>
          <p:cNvPr id="11" name="Imagem 10" descr="Uma imagem com Torre de apartamentos, céu, Edifício comercial, edifício&#10;&#10;Descrição gerada automaticamente">
            <a:extLst>
              <a:ext uri="{FF2B5EF4-FFF2-40B4-BE49-F238E27FC236}">
                <a16:creationId xmlns:a16="http://schemas.microsoft.com/office/drawing/2014/main" id="{DDD70825-D90F-7E54-7BF3-799D5609D6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778" y="2437338"/>
            <a:ext cx="3449442" cy="2300778"/>
          </a:xfrm>
          <a:prstGeom prst="rect">
            <a:avLst/>
          </a:prstGeom>
        </p:spPr>
      </p:pic>
      <p:pic>
        <p:nvPicPr>
          <p:cNvPr id="13" name="Imagem 12" descr="Uma imagem com pessoa, computador portátil, interior, escrever&#10;&#10;Descrição gerada automaticamente">
            <a:extLst>
              <a:ext uri="{FF2B5EF4-FFF2-40B4-BE49-F238E27FC236}">
                <a16:creationId xmlns:a16="http://schemas.microsoft.com/office/drawing/2014/main" id="{F54633D0-1020-D44A-7C77-ED3511A880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5255" y="1079181"/>
            <a:ext cx="3211552" cy="1806498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CE27337C-2BDF-5D3B-90B2-5F2AB854FD42}"/>
              </a:ext>
            </a:extLst>
          </p:cNvPr>
          <p:cNvSpPr txBox="1"/>
          <p:nvPr/>
        </p:nvSpPr>
        <p:spPr>
          <a:xfrm>
            <a:off x="666141" y="1080593"/>
            <a:ext cx="31520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u="sng"/>
              <a:t>Acessibilidade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A6CB4AD-C607-0F23-5DD8-D272FB5CC064}"/>
              </a:ext>
            </a:extLst>
          </p:cNvPr>
          <p:cNvSpPr txBox="1"/>
          <p:nvPr/>
        </p:nvSpPr>
        <p:spPr>
          <a:xfrm>
            <a:off x="4572000" y="3566840"/>
            <a:ext cx="3583259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PT" u="sng"/>
              <a:t>Interoperabilidade com Sistemas Externos</a:t>
            </a:r>
          </a:p>
        </p:txBody>
      </p:sp>
    </p:spTree>
    <p:extLst>
      <p:ext uri="{BB962C8B-B14F-4D97-AF65-F5344CB8AC3E}">
        <p14:creationId xmlns:p14="http://schemas.microsoft.com/office/powerpoint/2010/main" val="1164156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70F5D5-ADEF-5422-FAAE-1245DAD8C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6357"/>
            <a:ext cx="8229600" cy="606300"/>
          </a:xfrm>
        </p:spPr>
        <p:txBody>
          <a:bodyPr/>
          <a:lstStyle/>
          <a:p>
            <a:r>
              <a:rPr lang="en" sz="3100" err="1"/>
              <a:t>Requisitos</a:t>
            </a:r>
            <a:r>
              <a:rPr lang="pt-PT" sz="3100"/>
              <a:t> do </a:t>
            </a:r>
            <a:r>
              <a:rPr lang="pt-PT" sz="3100" err="1"/>
              <a:t>Building</a:t>
            </a:r>
            <a:r>
              <a:rPr lang="pt-PT" sz="3100"/>
              <a:t>-IT</a:t>
            </a:r>
            <a:endParaRPr lang="en-US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A2CBA24-8575-CDCD-04A2-34B72FB2B9F5}"/>
              </a:ext>
            </a:extLst>
          </p:cNvPr>
          <p:cNvSpPr txBox="1"/>
          <p:nvPr/>
        </p:nvSpPr>
        <p:spPr>
          <a:xfrm>
            <a:off x="380089" y="1523595"/>
            <a:ext cx="26615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3. O sistema deve ser fácil de manter e atualizar, com código modular e bem documentado.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9E69BA7-1538-08E9-41DC-FB7E2E9BFBCC}"/>
              </a:ext>
            </a:extLst>
          </p:cNvPr>
          <p:cNvSpPr txBox="1"/>
          <p:nvPr/>
        </p:nvSpPr>
        <p:spPr>
          <a:xfrm>
            <a:off x="380089" y="3086638"/>
            <a:ext cx="395030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/>
              <a:t>4. A qualidade do sistema que garante que a interface do utilizador seja intuitiva, fácil de aprender e de utilizar. </a:t>
            </a:r>
          </a:p>
          <a:p>
            <a:r>
              <a:rPr lang="pt-PT"/>
              <a:t>Um sistema usável proporciona uma experiência de utilizador agradável e minimiza a necessidade de suporte técnico.</a:t>
            </a:r>
          </a:p>
        </p:txBody>
      </p:sp>
      <p:pic>
        <p:nvPicPr>
          <p:cNvPr id="10" name="Imagem 9" descr="Uma imagem com texto, file, Tipo de letra, número&#10;&#10;Descrição gerada automaticamente">
            <a:extLst>
              <a:ext uri="{FF2B5EF4-FFF2-40B4-BE49-F238E27FC236}">
                <a16:creationId xmlns:a16="http://schemas.microsoft.com/office/drawing/2014/main" id="{F138DF3E-8033-F752-291A-F867B4A8C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6354" y="3225879"/>
            <a:ext cx="4833310" cy="1106512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E6383C33-F3B0-9E00-7D43-0171AEE5139D}"/>
              </a:ext>
            </a:extLst>
          </p:cNvPr>
          <p:cNvSpPr txBox="1"/>
          <p:nvPr/>
        </p:nvSpPr>
        <p:spPr>
          <a:xfrm>
            <a:off x="380089" y="121172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u="sng"/>
              <a:t>Facilidade de manutenção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39D3558-9055-54C8-906B-700BC3A8CDC7}"/>
              </a:ext>
            </a:extLst>
          </p:cNvPr>
          <p:cNvSpPr txBox="1"/>
          <p:nvPr/>
        </p:nvSpPr>
        <p:spPr>
          <a:xfrm>
            <a:off x="380089" y="2778861"/>
            <a:ext cx="17482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u="sng"/>
              <a:t>Usabilidade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578A3D-ECFB-90DE-74E8-7F5960F1FD91}"/>
              </a:ext>
            </a:extLst>
          </p:cNvPr>
          <p:cNvSpPr txBox="1"/>
          <p:nvPr/>
        </p:nvSpPr>
        <p:spPr>
          <a:xfrm>
            <a:off x="3042633" y="1287888"/>
            <a:ext cx="5723047" cy="11856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b="0">
                <a:solidFill>
                  <a:srgbClr val="800000"/>
                </a:solidFill>
                <a:latin typeface="Iosevka"/>
                <a:ea typeface="Iosevka"/>
                <a:cs typeface="Iosevka"/>
              </a:rPr>
              <a:t>&lt;div</a:t>
            </a:r>
            <a:r>
              <a:rPr lang="en-US" sz="1000" b="0">
                <a:solidFill>
                  <a:srgbClr val="000000"/>
                </a:solidFill>
                <a:latin typeface="Iosevka"/>
                <a:ea typeface="Iosevka"/>
                <a:cs typeface="Iosevka"/>
              </a:rPr>
              <a:t> </a:t>
            </a:r>
            <a:r>
              <a:rPr lang="en-US" sz="1000" b="0">
                <a:solidFill>
                  <a:srgbClr val="E50000"/>
                </a:solidFill>
                <a:latin typeface="Iosevka"/>
                <a:ea typeface="Iosevka"/>
                <a:cs typeface="Iosevka"/>
              </a:rPr>
              <a:t>class</a:t>
            </a:r>
            <a:r>
              <a:rPr lang="en-US" sz="1000" b="0">
                <a:solidFill>
                  <a:srgbClr val="000000"/>
                </a:solidFill>
                <a:latin typeface="Iosevka"/>
                <a:ea typeface="Iosevka"/>
                <a:cs typeface="Iosevka"/>
              </a:rPr>
              <a:t>=</a:t>
            </a:r>
            <a:r>
              <a:rPr lang="en-US" sz="1000" b="0">
                <a:solidFill>
                  <a:srgbClr val="0000FF"/>
                </a:solidFill>
                <a:latin typeface="Iosevka"/>
                <a:ea typeface="Iosevka"/>
                <a:cs typeface="Iosevka"/>
              </a:rPr>
              <a:t>"input-group mb-3"</a:t>
            </a:r>
            <a:r>
              <a:rPr lang="en-US" sz="1000" b="0">
                <a:solidFill>
                  <a:srgbClr val="800000"/>
                </a:solidFill>
                <a:latin typeface="Iosevka"/>
                <a:ea typeface="Iosevka"/>
                <a:cs typeface="Iosevka"/>
              </a:rPr>
              <a:t>&gt;</a:t>
            </a:r>
          </a:p>
          <a:p>
            <a:pPr lvl="3"/>
            <a:r>
              <a:rPr lang="en-US" sz="1000">
                <a:solidFill>
                  <a:srgbClr val="800000"/>
                </a:solidFill>
                <a:latin typeface="Iosevka"/>
                <a:ea typeface="Iosevka"/>
                <a:cs typeface="Iosevka"/>
              </a:rPr>
              <a:t> </a:t>
            </a:r>
            <a:r>
              <a:rPr lang="en-US" sz="1000" b="0">
                <a:solidFill>
                  <a:srgbClr val="800000"/>
                </a:solidFill>
                <a:latin typeface="Iosevka"/>
                <a:ea typeface="Iosevka"/>
                <a:cs typeface="Iosevka"/>
              </a:rPr>
              <a:t>&lt;div</a:t>
            </a:r>
            <a:r>
              <a:rPr lang="en-US" sz="1000" b="0">
                <a:solidFill>
                  <a:srgbClr val="000000"/>
                </a:solidFill>
                <a:latin typeface="Iosevka"/>
                <a:ea typeface="Iosevka"/>
                <a:cs typeface="Iosevka"/>
              </a:rPr>
              <a:t> </a:t>
            </a:r>
            <a:r>
              <a:rPr lang="en-US" sz="1000" b="0">
                <a:solidFill>
                  <a:srgbClr val="E50000"/>
                </a:solidFill>
                <a:latin typeface="Iosevka"/>
                <a:ea typeface="Iosevka"/>
                <a:cs typeface="Iosevka"/>
              </a:rPr>
              <a:t>class</a:t>
            </a:r>
            <a:r>
              <a:rPr lang="en-US" sz="1000" b="0">
                <a:solidFill>
                  <a:srgbClr val="000000"/>
                </a:solidFill>
                <a:latin typeface="Iosevka"/>
                <a:ea typeface="Iosevka"/>
                <a:cs typeface="Iosevka"/>
              </a:rPr>
              <a:t>=</a:t>
            </a:r>
            <a:r>
              <a:rPr lang="en-US" sz="1000" b="0">
                <a:solidFill>
                  <a:srgbClr val="0000FF"/>
                </a:solidFill>
                <a:latin typeface="Iosevka"/>
                <a:ea typeface="Iosevka"/>
                <a:cs typeface="Iosevka"/>
              </a:rPr>
              <a:t>"form-floating"</a:t>
            </a:r>
            <a:r>
              <a:rPr lang="en-US" sz="1000" b="0">
                <a:solidFill>
                  <a:srgbClr val="800000"/>
                </a:solidFill>
                <a:latin typeface="Iosevka"/>
                <a:ea typeface="Iosevka"/>
                <a:cs typeface="Iosevka"/>
              </a:rPr>
              <a:t>&gt;</a:t>
            </a:r>
          </a:p>
          <a:p>
            <a:r>
              <a:rPr lang="en-US" sz="1000">
                <a:solidFill>
                  <a:srgbClr val="800000"/>
                </a:solidFill>
                <a:latin typeface="Iosevka"/>
                <a:ea typeface="Iosevka"/>
                <a:cs typeface="Iosevka"/>
              </a:rPr>
              <a:t>  </a:t>
            </a:r>
            <a:r>
              <a:rPr lang="en-US" sz="1000" b="0">
                <a:solidFill>
                  <a:srgbClr val="800000"/>
                </a:solidFill>
                <a:latin typeface="Iosevka"/>
                <a:ea typeface="Iosevka"/>
                <a:cs typeface="Iosevka"/>
              </a:rPr>
              <a:t>&lt;input</a:t>
            </a:r>
            <a:r>
              <a:rPr lang="en-US" sz="1000" b="0">
                <a:solidFill>
                  <a:srgbClr val="000000"/>
                </a:solidFill>
                <a:latin typeface="Iosevka"/>
                <a:ea typeface="Iosevka"/>
                <a:cs typeface="Iosevka"/>
              </a:rPr>
              <a:t> </a:t>
            </a:r>
            <a:r>
              <a:rPr lang="en-US" sz="1000" b="0">
                <a:solidFill>
                  <a:srgbClr val="E50000"/>
                </a:solidFill>
                <a:latin typeface="Iosevka"/>
                <a:ea typeface="Iosevka"/>
                <a:cs typeface="Iosevka"/>
              </a:rPr>
              <a:t>type</a:t>
            </a:r>
            <a:r>
              <a:rPr lang="en-US" sz="1000" b="0">
                <a:solidFill>
                  <a:srgbClr val="000000"/>
                </a:solidFill>
                <a:latin typeface="Iosevka"/>
                <a:ea typeface="Iosevka"/>
                <a:cs typeface="Iosevka"/>
              </a:rPr>
              <a:t>=</a:t>
            </a:r>
            <a:r>
              <a:rPr lang="en-US" sz="1000" b="0">
                <a:solidFill>
                  <a:srgbClr val="0000FF"/>
                </a:solidFill>
                <a:latin typeface="Iosevka"/>
                <a:ea typeface="Iosevka"/>
                <a:cs typeface="Iosevka"/>
              </a:rPr>
              <a:t>"text"</a:t>
            </a:r>
            <a:r>
              <a:rPr lang="en-US" sz="1000" b="0">
                <a:solidFill>
                  <a:srgbClr val="000000"/>
                </a:solidFill>
                <a:latin typeface="Iosevka"/>
                <a:ea typeface="Iosevka"/>
                <a:cs typeface="Iosevka"/>
              </a:rPr>
              <a:t> </a:t>
            </a:r>
            <a:r>
              <a:rPr lang="en-US" sz="1000" b="0">
                <a:solidFill>
                  <a:srgbClr val="E50000"/>
                </a:solidFill>
                <a:latin typeface="Iosevka"/>
                <a:ea typeface="Iosevka"/>
                <a:cs typeface="Iosevka"/>
              </a:rPr>
              <a:t>class</a:t>
            </a:r>
            <a:r>
              <a:rPr lang="en-US" sz="1000" b="0">
                <a:solidFill>
                  <a:srgbClr val="000000"/>
                </a:solidFill>
                <a:latin typeface="Iosevka"/>
                <a:ea typeface="Iosevka"/>
                <a:cs typeface="Iosevka"/>
              </a:rPr>
              <a:t>=</a:t>
            </a:r>
            <a:r>
              <a:rPr lang="en-US" sz="1000" b="0">
                <a:solidFill>
                  <a:srgbClr val="0000FF"/>
                </a:solidFill>
                <a:latin typeface="Iosevka"/>
                <a:ea typeface="Iosevka"/>
                <a:cs typeface="Iosevka"/>
              </a:rPr>
              <a:t>"form-control"</a:t>
            </a:r>
            <a:r>
              <a:rPr lang="en-US" sz="1000" b="0">
                <a:solidFill>
                  <a:srgbClr val="000000"/>
                </a:solidFill>
                <a:latin typeface="Iosevka"/>
                <a:ea typeface="Iosevka"/>
                <a:cs typeface="Iosevka"/>
              </a:rPr>
              <a:t> </a:t>
            </a:r>
            <a:r>
              <a:rPr lang="en-US" sz="1000" b="0">
                <a:solidFill>
                  <a:srgbClr val="E50000"/>
                </a:solidFill>
                <a:latin typeface="Iosevka"/>
                <a:ea typeface="Iosevka"/>
                <a:cs typeface="Iosevka"/>
              </a:rPr>
              <a:t>id</a:t>
            </a:r>
            <a:r>
              <a:rPr lang="en-US" sz="1000" b="0">
                <a:solidFill>
                  <a:srgbClr val="000000"/>
                </a:solidFill>
                <a:latin typeface="Iosevka"/>
                <a:ea typeface="Iosevka"/>
                <a:cs typeface="Iosevka"/>
              </a:rPr>
              <a:t>=</a:t>
            </a:r>
            <a:r>
              <a:rPr lang="en-US" sz="1000" b="0">
                <a:solidFill>
                  <a:srgbClr val="0000FF"/>
                </a:solidFill>
                <a:latin typeface="Iosevka"/>
                <a:ea typeface="Iosevka"/>
                <a:cs typeface="Iosevka"/>
              </a:rPr>
              <a:t>"</a:t>
            </a:r>
            <a:r>
              <a:rPr lang="en-US" sz="1000" b="0" err="1">
                <a:solidFill>
                  <a:srgbClr val="0000FF"/>
                </a:solidFill>
                <a:latin typeface="Iosevka"/>
                <a:ea typeface="Iosevka"/>
                <a:cs typeface="Iosevka"/>
              </a:rPr>
              <a:t>usernameInput</a:t>
            </a:r>
            <a:r>
              <a:rPr lang="en-US" sz="1000" b="0">
                <a:solidFill>
                  <a:srgbClr val="0000FF"/>
                </a:solidFill>
                <a:latin typeface="Iosevka"/>
                <a:ea typeface="Iosevka"/>
                <a:cs typeface="Iosevka"/>
              </a:rPr>
              <a:t>"</a:t>
            </a:r>
            <a:r>
              <a:rPr lang="en-US" sz="1000" b="0">
                <a:solidFill>
                  <a:srgbClr val="000000"/>
                </a:solidFill>
                <a:latin typeface="Iosevka"/>
                <a:ea typeface="Iosevka"/>
                <a:cs typeface="Iosevka"/>
              </a:rPr>
              <a:t> </a:t>
            </a:r>
            <a:r>
              <a:rPr lang="en-US" sz="1000" b="0">
                <a:solidFill>
                  <a:srgbClr val="E50000"/>
                </a:solidFill>
                <a:latin typeface="Iosevka"/>
                <a:ea typeface="Iosevka"/>
                <a:cs typeface="Iosevka"/>
              </a:rPr>
              <a:t>placeholder</a:t>
            </a:r>
            <a:r>
              <a:rPr lang="en-US" sz="1000" b="0">
                <a:solidFill>
                  <a:srgbClr val="000000"/>
                </a:solidFill>
                <a:latin typeface="Iosevka"/>
                <a:ea typeface="Iosevka"/>
                <a:cs typeface="Iosevka"/>
              </a:rPr>
              <a:t>=</a:t>
            </a:r>
            <a:r>
              <a:rPr lang="en-US" sz="1000" b="0">
                <a:solidFill>
                  <a:srgbClr val="0000FF"/>
                </a:solidFill>
                <a:latin typeface="Iosevka"/>
                <a:ea typeface="Iosevka"/>
                <a:cs typeface="Iosevka"/>
              </a:rPr>
              <a:t>""</a:t>
            </a:r>
            <a:r>
              <a:rPr lang="en-US" sz="1000" b="0">
                <a:solidFill>
                  <a:srgbClr val="000000"/>
                </a:solidFill>
                <a:latin typeface="Iosevka"/>
                <a:ea typeface="Iosevka"/>
                <a:cs typeface="Iosevka"/>
              </a:rPr>
              <a:t> </a:t>
            </a:r>
            <a:r>
              <a:rPr lang="en-US" sz="1000" b="0">
                <a:solidFill>
                  <a:srgbClr val="E50000"/>
                </a:solidFill>
                <a:latin typeface="Iosevka"/>
                <a:ea typeface="Iosevka"/>
                <a:cs typeface="Iosevka"/>
              </a:rPr>
              <a:t>required</a:t>
            </a:r>
            <a:r>
              <a:rPr lang="en-US" sz="1000" b="0">
                <a:solidFill>
                  <a:srgbClr val="800000"/>
                </a:solidFill>
                <a:latin typeface="Iosevka"/>
                <a:ea typeface="Iosevka"/>
                <a:cs typeface="Iosevka"/>
              </a:rPr>
              <a:t>&gt;</a:t>
            </a:r>
          </a:p>
          <a:p>
            <a:r>
              <a:rPr lang="en-US" sz="1000">
                <a:solidFill>
                  <a:srgbClr val="800000"/>
                </a:solidFill>
                <a:latin typeface="Iosevka"/>
                <a:ea typeface="Iosevka"/>
                <a:cs typeface="Iosevka"/>
              </a:rPr>
              <a:t>  </a:t>
            </a:r>
            <a:r>
              <a:rPr lang="en-US" sz="1000" b="0">
                <a:solidFill>
                  <a:srgbClr val="800000"/>
                </a:solidFill>
                <a:latin typeface="Iosevka"/>
                <a:ea typeface="Iosevka"/>
                <a:cs typeface="Iosevka"/>
              </a:rPr>
              <a:t>&lt;label</a:t>
            </a:r>
            <a:r>
              <a:rPr lang="en-US" sz="1000" b="0">
                <a:solidFill>
                  <a:srgbClr val="000000"/>
                </a:solidFill>
                <a:latin typeface="Iosevka"/>
                <a:ea typeface="Iosevka"/>
                <a:cs typeface="Iosevka"/>
              </a:rPr>
              <a:t> </a:t>
            </a:r>
            <a:r>
              <a:rPr lang="en-US" sz="1000" b="0">
                <a:solidFill>
                  <a:srgbClr val="E50000"/>
                </a:solidFill>
                <a:latin typeface="Iosevka"/>
                <a:ea typeface="Iosevka"/>
                <a:cs typeface="Iosevka"/>
              </a:rPr>
              <a:t>for</a:t>
            </a:r>
            <a:r>
              <a:rPr lang="en-US" sz="1000" b="0">
                <a:solidFill>
                  <a:srgbClr val="000000"/>
                </a:solidFill>
                <a:latin typeface="Iosevka"/>
                <a:ea typeface="Iosevka"/>
                <a:cs typeface="Iosevka"/>
              </a:rPr>
              <a:t>=</a:t>
            </a:r>
            <a:r>
              <a:rPr lang="en-US" sz="1000" b="0">
                <a:solidFill>
                  <a:srgbClr val="0000FF"/>
                </a:solidFill>
                <a:latin typeface="Iosevka"/>
                <a:ea typeface="Iosevka"/>
                <a:cs typeface="Iosevka"/>
              </a:rPr>
              <a:t>"</a:t>
            </a:r>
            <a:r>
              <a:rPr lang="en-US" sz="1000" b="0" err="1">
                <a:solidFill>
                  <a:srgbClr val="0000FF"/>
                </a:solidFill>
                <a:latin typeface="Iosevka"/>
                <a:ea typeface="Iosevka"/>
                <a:cs typeface="Iosevka"/>
              </a:rPr>
              <a:t>usernameInput</a:t>
            </a:r>
            <a:r>
              <a:rPr lang="en-US" sz="1000" b="0">
                <a:solidFill>
                  <a:srgbClr val="0000FF"/>
                </a:solidFill>
                <a:latin typeface="Iosevka"/>
                <a:ea typeface="Iosevka"/>
                <a:cs typeface="Iosevka"/>
              </a:rPr>
              <a:t>"</a:t>
            </a:r>
            <a:r>
              <a:rPr lang="en-US" sz="1000" b="0">
                <a:solidFill>
                  <a:srgbClr val="800000"/>
                </a:solidFill>
                <a:latin typeface="Iosevka"/>
                <a:ea typeface="Iosevka"/>
                <a:cs typeface="Iosevka"/>
              </a:rPr>
              <a:t>&gt;</a:t>
            </a:r>
            <a:r>
              <a:rPr lang="en-US" sz="1000" b="0">
                <a:solidFill>
                  <a:srgbClr val="000000"/>
                </a:solidFill>
                <a:latin typeface="Iosevka"/>
                <a:ea typeface="Iosevka"/>
                <a:cs typeface="Iosevka"/>
              </a:rPr>
              <a:t>Username</a:t>
            </a:r>
            <a:r>
              <a:rPr lang="en-US" sz="1000" b="0">
                <a:solidFill>
                  <a:srgbClr val="800000"/>
                </a:solidFill>
                <a:latin typeface="Iosevka"/>
                <a:ea typeface="Iosevka"/>
                <a:cs typeface="Iosevka"/>
              </a:rPr>
              <a:t>&lt;/label&gt;</a:t>
            </a:r>
          </a:p>
          <a:p>
            <a:r>
              <a:rPr lang="en-US" sz="1000">
                <a:solidFill>
                  <a:srgbClr val="800000"/>
                </a:solidFill>
                <a:latin typeface="Iosevka"/>
                <a:ea typeface="Iosevka"/>
                <a:cs typeface="Iosevka"/>
              </a:rPr>
              <a:t> </a:t>
            </a:r>
            <a:r>
              <a:rPr lang="en-US" sz="1000" b="0">
                <a:solidFill>
                  <a:srgbClr val="800000"/>
                </a:solidFill>
                <a:latin typeface="Iosevka"/>
                <a:ea typeface="Iosevka"/>
                <a:cs typeface="Iosevka"/>
              </a:rPr>
              <a:t>&lt;/div&gt;</a:t>
            </a:r>
          </a:p>
          <a:p>
            <a:r>
              <a:rPr lang="en-US" sz="1000">
                <a:solidFill>
                  <a:srgbClr val="800000"/>
                </a:solidFill>
                <a:latin typeface="Iosevka"/>
                <a:ea typeface="Iosevka"/>
                <a:cs typeface="Iosevka"/>
              </a:rPr>
              <a:t> </a:t>
            </a:r>
            <a:r>
              <a:rPr lang="en-US" sz="1000" b="0">
                <a:solidFill>
                  <a:srgbClr val="800000"/>
                </a:solidFill>
                <a:latin typeface="Iosevka"/>
                <a:ea typeface="Iosevka"/>
                <a:cs typeface="Iosevka"/>
              </a:rPr>
              <a:t>&lt;span</a:t>
            </a:r>
            <a:r>
              <a:rPr lang="en-US" sz="1000" b="0">
                <a:solidFill>
                  <a:srgbClr val="000000"/>
                </a:solidFill>
                <a:latin typeface="Iosevka"/>
                <a:ea typeface="Iosevka"/>
                <a:cs typeface="Iosevka"/>
              </a:rPr>
              <a:t> </a:t>
            </a:r>
            <a:r>
              <a:rPr lang="en-US" sz="1000" b="0">
                <a:solidFill>
                  <a:srgbClr val="E50000"/>
                </a:solidFill>
                <a:latin typeface="Iosevka"/>
                <a:ea typeface="Iosevka"/>
                <a:cs typeface="Iosevka"/>
              </a:rPr>
              <a:t>class</a:t>
            </a:r>
            <a:r>
              <a:rPr lang="en-US" sz="1000" b="0">
                <a:solidFill>
                  <a:srgbClr val="000000"/>
                </a:solidFill>
                <a:latin typeface="Iosevka"/>
                <a:ea typeface="Iosevka"/>
                <a:cs typeface="Iosevka"/>
              </a:rPr>
              <a:t>=</a:t>
            </a:r>
            <a:r>
              <a:rPr lang="en-US" sz="1000" b="0">
                <a:solidFill>
                  <a:srgbClr val="0000FF"/>
                </a:solidFill>
                <a:latin typeface="Iosevka"/>
                <a:ea typeface="Iosevka"/>
                <a:cs typeface="Iosevka"/>
              </a:rPr>
              <a:t>"input-group-text"</a:t>
            </a:r>
            <a:r>
              <a:rPr lang="en-US" sz="1000" b="0">
                <a:solidFill>
                  <a:srgbClr val="800000"/>
                </a:solidFill>
                <a:latin typeface="Iosevka"/>
                <a:ea typeface="Iosevka"/>
                <a:cs typeface="Iosevka"/>
              </a:rPr>
              <a:t>&gt;</a:t>
            </a:r>
            <a:r>
              <a:rPr lang="en-US" sz="1000" b="0">
                <a:solidFill>
                  <a:srgbClr val="000000"/>
                </a:solidFill>
                <a:latin typeface="Iosevka"/>
                <a:ea typeface="Iosevka"/>
                <a:cs typeface="Iosevka"/>
              </a:rPr>
              <a:t>@building-it.com</a:t>
            </a:r>
            <a:r>
              <a:rPr lang="en-US" sz="1000" b="0">
                <a:solidFill>
                  <a:srgbClr val="800000"/>
                </a:solidFill>
                <a:latin typeface="Iosevka"/>
                <a:ea typeface="Iosevka"/>
                <a:cs typeface="Iosevka"/>
              </a:rPr>
              <a:t>&lt;/span&gt;</a:t>
            </a:r>
          </a:p>
          <a:p>
            <a:r>
              <a:rPr lang="en-US" sz="1000" b="0">
                <a:solidFill>
                  <a:srgbClr val="800000"/>
                </a:solidFill>
                <a:latin typeface="Iosevka"/>
                <a:ea typeface="Iosevka"/>
                <a:cs typeface="Iosevka"/>
              </a:rPr>
              <a:t>&lt;/div&gt;</a:t>
            </a:r>
          </a:p>
        </p:txBody>
      </p:sp>
    </p:spTree>
    <p:extLst>
      <p:ext uri="{BB962C8B-B14F-4D97-AF65-F5344CB8AC3E}">
        <p14:creationId xmlns:p14="http://schemas.microsoft.com/office/powerpoint/2010/main" val="1105684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3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" sz="3100" err="1"/>
              <a:t>Organização</a:t>
            </a:r>
            <a:r>
              <a:rPr lang="en" sz="3100"/>
              <a:t> modular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58D523-E1E0-0AFF-62AC-F6B0959083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None/>
            </a:pPr>
            <a:r>
              <a:rPr lang="en-US" sz="1800" err="1"/>
              <a:t>Os</a:t>
            </a:r>
            <a:r>
              <a:rPr lang="en-US" sz="1800"/>
              <a:t> </a:t>
            </a:r>
            <a:r>
              <a:rPr lang="en-US" sz="1800" err="1"/>
              <a:t>diversos</a:t>
            </a:r>
            <a:r>
              <a:rPr lang="en-US" sz="1800"/>
              <a:t> </a:t>
            </a:r>
            <a:r>
              <a:rPr lang="en-US" sz="1800" err="1"/>
              <a:t>componentes</a:t>
            </a:r>
            <a:r>
              <a:rPr lang="en-US" sz="1800"/>
              <a:t> do </a:t>
            </a:r>
            <a:r>
              <a:rPr lang="en-US" sz="1800" err="1"/>
              <a:t>sistema</a:t>
            </a:r>
            <a:r>
              <a:rPr lang="en-US" sz="1800"/>
              <a:t> </a:t>
            </a:r>
            <a:r>
              <a:rPr lang="en-US" sz="1800" err="1"/>
              <a:t>serão</a:t>
            </a:r>
            <a:r>
              <a:rPr lang="en-US" sz="1800"/>
              <a:t> </a:t>
            </a:r>
            <a:r>
              <a:rPr lang="en-US" sz="1800" err="1"/>
              <a:t>desenhados</a:t>
            </a:r>
            <a:r>
              <a:rPr lang="en-US" sz="1800"/>
              <a:t> para </a:t>
            </a:r>
            <a:r>
              <a:rPr lang="en-US" sz="1800" err="1"/>
              <a:t>serem</a:t>
            </a:r>
            <a:r>
              <a:rPr lang="en-US" sz="1800"/>
              <a:t> </a:t>
            </a:r>
            <a:r>
              <a:rPr lang="en-US" sz="1800" err="1"/>
              <a:t>independentes</a:t>
            </a:r>
            <a:r>
              <a:rPr lang="en-US" sz="1800"/>
              <a:t> </a:t>
            </a:r>
            <a:r>
              <a:rPr lang="en-US" sz="1800" err="1"/>
              <a:t>uns</a:t>
            </a:r>
            <a:r>
              <a:rPr lang="en-US" sz="1800"/>
              <a:t> dos outros:</a:t>
            </a:r>
          </a:p>
          <a:p>
            <a:pPr marL="139700" indent="0">
              <a:buNone/>
            </a:pPr>
            <a:endParaRPr lang="en-US" sz="1800"/>
          </a:p>
          <a:p>
            <a:r>
              <a:rPr lang="en-US" sz="1800"/>
              <a:t>Interface do </a:t>
            </a:r>
            <a:r>
              <a:rPr lang="en-US" sz="1800" err="1"/>
              <a:t>utilizador</a:t>
            </a:r>
            <a:r>
              <a:rPr lang="en-US" sz="1800"/>
              <a:t>;</a:t>
            </a:r>
          </a:p>
          <a:p>
            <a:endParaRPr lang="en-US" sz="1800"/>
          </a:p>
          <a:p>
            <a:r>
              <a:rPr lang="en-US" sz="1800"/>
              <a:t>Interface do </a:t>
            </a:r>
            <a:r>
              <a:rPr lang="en-US" sz="1800" err="1"/>
              <a:t>servidor</a:t>
            </a:r>
            <a:r>
              <a:rPr lang="en-US" sz="1800"/>
              <a:t>;</a:t>
            </a:r>
            <a:endParaRPr lang="en-US"/>
          </a:p>
          <a:p>
            <a:endParaRPr lang="en-US" sz="1800"/>
          </a:p>
          <a:p>
            <a:r>
              <a:rPr lang="en-US" sz="1800"/>
              <a:t>Sistema </a:t>
            </a:r>
            <a:r>
              <a:rPr lang="en-US" sz="1800" err="1"/>
              <a:t>externos</a:t>
            </a:r>
            <a:r>
              <a:rPr lang="en-US" sz="180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23470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EECCF-F967-FE29-13CF-7421720D1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Interface do </a:t>
            </a:r>
            <a:r>
              <a:rPr lang="en-US" err="1"/>
              <a:t>utilizador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C88E83-FB31-9C41-04F7-18B5899BB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4127727" cy="3416400"/>
          </a:xfr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/>
              <a:t>As interfaces do </a:t>
            </a:r>
            <a:r>
              <a:rPr lang="en-US" err="1"/>
              <a:t>utilizador</a:t>
            </a:r>
            <a:r>
              <a:rPr lang="en-US"/>
              <a:t> </a:t>
            </a:r>
            <a:r>
              <a:rPr lang="en-US" err="1"/>
              <a:t>comunicam</a:t>
            </a:r>
            <a:r>
              <a:rPr lang="en-US"/>
              <a:t> com o </a:t>
            </a:r>
            <a:r>
              <a:rPr lang="en-US" err="1"/>
              <a:t>servidor</a:t>
            </a:r>
            <a:r>
              <a:rPr lang="en-US"/>
              <a:t> a </a:t>
            </a:r>
            <a:r>
              <a:rPr lang="en-US" err="1"/>
              <a:t>partir</a:t>
            </a:r>
            <a:r>
              <a:rPr lang="en-US"/>
              <a:t> de </a:t>
            </a:r>
            <a:r>
              <a:rPr lang="en-US" err="1"/>
              <a:t>mensagens</a:t>
            </a:r>
            <a:r>
              <a:rPr lang="en-US"/>
              <a:t> </a:t>
            </a:r>
            <a:r>
              <a:rPr lang="en-US" err="1"/>
              <a:t>padronizadas</a:t>
            </a:r>
            <a:r>
              <a:rPr lang="en-US"/>
              <a:t>.</a:t>
            </a:r>
          </a:p>
          <a:p>
            <a:endParaRPr lang="en-US"/>
          </a:p>
          <a:p>
            <a:r>
              <a:rPr lang="en-US"/>
              <a:t>Esta é a central de </a:t>
            </a:r>
            <a:r>
              <a:rPr lang="en-US" err="1"/>
              <a:t>comunicação</a:t>
            </a:r>
            <a:r>
              <a:rPr lang="en-US"/>
              <a:t> entre o </a:t>
            </a:r>
            <a:r>
              <a:rPr lang="en-US" err="1"/>
              <a:t>utilizador</a:t>
            </a:r>
            <a:r>
              <a:rPr lang="en-US"/>
              <a:t> e o </a:t>
            </a:r>
            <a:r>
              <a:rPr lang="en-US" err="1"/>
              <a:t>servidor</a:t>
            </a:r>
            <a:r>
              <a:rPr lang="en-US"/>
              <a:t>, com </a:t>
            </a:r>
            <a:r>
              <a:rPr lang="en-US" err="1"/>
              <a:t>comandos</a:t>
            </a:r>
            <a:r>
              <a:rPr lang="en-US"/>
              <a:t> que o </a:t>
            </a:r>
            <a:r>
              <a:rPr lang="en-US" err="1"/>
              <a:t>permitem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</a:t>
            </a:r>
            <a:r>
              <a:rPr lang="en-US" err="1"/>
              <a:t>só</a:t>
            </a:r>
            <a:r>
              <a:rPr lang="en-US"/>
              <a:t> </a:t>
            </a:r>
            <a:r>
              <a:rPr lang="en-US" err="1"/>
              <a:t>verificar</a:t>
            </a:r>
            <a:r>
              <a:rPr lang="en-US"/>
              <a:t> o </a:t>
            </a:r>
            <a:r>
              <a:rPr lang="en-US" err="1"/>
              <a:t>estado</a:t>
            </a:r>
            <a:r>
              <a:rPr lang="en-US"/>
              <a:t> de </a:t>
            </a:r>
            <a:r>
              <a:rPr lang="en-US" err="1"/>
              <a:t>todos</a:t>
            </a:r>
            <a:r>
              <a:rPr lang="en-US"/>
              <a:t> </a:t>
            </a:r>
            <a:r>
              <a:rPr lang="en-US" err="1"/>
              <a:t>os</a:t>
            </a:r>
            <a:r>
              <a:rPr lang="en-US"/>
              <a:t> </a:t>
            </a:r>
            <a:r>
              <a:rPr lang="en-US" err="1"/>
              <a:t>dispositivos</a:t>
            </a:r>
            <a:r>
              <a:rPr lang="en-US"/>
              <a:t>, </a:t>
            </a:r>
            <a:r>
              <a:rPr lang="en-US" err="1"/>
              <a:t>como</a:t>
            </a:r>
            <a:r>
              <a:rPr lang="en-US"/>
              <a:t> </a:t>
            </a:r>
            <a:r>
              <a:rPr lang="en-US" err="1"/>
              <a:t>também</a:t>
            </a:r>
            <a:r>
              <a:rPr lang="en-US"/>
              <a:t> </a:t>
            </a:r>
            <a:r>
              <a:rPr lang="en-US" err="1"/>
              <a:t>reportar</a:t>
            </a:r>
            <a:r>
              <a:rPr lang="en-US"/>
              <a:t> </a:t>
            </a:r>
            <a:r>
              <a:rPr lang="en-US" err="1"/>
              <a:t>algum</a:t>
            </a:r>
            <a:r>
              <a:rPr lang="en-US"/>
              <a:t> </a:t>
            </a:r>
            <a:r>
              <a:rPr lang="en-US" err="1"/>
              <a:t>erro</a:t>
            </a:r>
            <a:r>
              <a:rPr lang="en-US"/>
              <a:t>.</a:t>
            </a:r>
          </a:p>
          <a:p>
            <a:endParaRPr lang="en-US"/>
          </a:p>
          <a:p>
            <a:r>
              <a:rPr lang="en-US" err="1"/>
              <a:t>Podem</a:t>
            </a:r>
            <a:r>
              <a:rPr lang="en-US"/>
              <a:t> ser </a:t>
            </a:r>
            <a:r>
              <a:rPr lang="en-US" err="1"/>
              <a:t>modificadas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alterar</a:t>
            </a:r>
            <a:r>
              <a:rPr lang="en-US"/>
              <a:t> o </a:t>
            </a:r>
            <a:r>
              <a:rPr lang="en-US" err="1"/>
              <a:t>servidor</a:t>
            </a:r>
            <a:r>
              <a:rPr lang="en-US"/>
              <a:t>, que </a:t>
            </a:r>
            <a:r>
              <a:rPr lang="en-US" err="1"/>
              <a:t>permite</a:t>
            </a:r>
            <a:r>
              <a:rPr lang="en-US"/>
              <a:t> </a:t>
            </a:r>
            <a:r>
              <a:rPr lang="en-US" err="1"/>
              <a:t>melhorar</a:t>
            </a:r>
            <a:r>
              <a:rPr lang="en-US"/>
              <a:t> a </a:t>
            </a:r>
            <a:r>
              <a:rPr lang="en-US" err="1"/>
              <a:t>experiência</a:t>
            </a:r>
            <a:r>
              <a:rPr lang="en-US"/>
              <a:t> do </a:t>
            </a:r>
            <a:r>
              <a:rPr lang="en-US" err="1"/>
              <a:t>utilizador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comprometer</a:t>
            </a:r>
            <a:r>
              <a:rPr lang="en-US"/>
              <a:t> a </a:t>
            </a:r>
            <a:r>
              <a:rPr lang="en-US" err="1"/>
              <a:t>relação</a:t>
            </a:r>
            <a:r>
              <a:rPr lang="en-US"/>
              <a:t> de </a:t>
            </a:r>
            <a:r>
              <a:rPr lang="en-US" err="1"/>
              <a:t>funcionalidade</a:t>
            </a:r>
            <a:r>
              <a:rPr lang="en-US"/>
              <a:t> com o </a:t>
            </a:r>
            <a:r>
              <a:rPr lang="en-US" err="1"/>
              <a:t>servidor</a:t>
            </a:r>
            <a:r>
              <a:rPr lang="en-US"/>
              <a:t>.</a:t>
            </a:r>
          </a:p>
          <a:p>
            <a:endParaRPr lang="en-US"/>
          </a:p>
        </p:txBody>
      </p:sp>
      <p:pic>
        <p:nvPicPr>
          <p:cNvPr id="4" name="Picture 3" descr="https://cdn.discordapp.com/attachments/1209177632235589653/1241897766007869550/imagem.png?ex=664bdeec&amp;is=664a8d6c&amp;hm=ad13f3a657aecdecbe953122fd36acfd19043f61288229d7ceb331547c1f90b3&amp;">
            <a:extLst>
              <a:ext uri="{FF2B5EF4-FFF2-40B4-BE49-F238E27FC236}">
                <a16:creationId xmlns:a16="http://schemas.microsoft.com/office/drawing/2014/main" id="{DF98391B-65BA-82AC-965B-02381153E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980" y="1492724"/>
            <a:ext cx="4334728" cy="274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690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C85A3-905D-E80A-4256-656273410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Interface de </a:t>
            </a:r>
            <a:r>
              <a:rPr lang="en-US" err="1"/>
              <a:t>comunicação</a:t>
            </a:r>
            <a:r>
              <a:rPr lang="en-US"/>
              <a:t> com o </a:t>
            </a:r>
            <a:r>
              <a:rPr lang="en-US" err="1"/>
              <a:t>servidor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938921-5CDE-A017-35E3-F3D0C442EF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6890" y="1093354"/>
            <a:ext cx="4191652" cy="3416400"/>
          </a:xfr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25450" indent="-285750"/>
            <a:r>
              <a:rPr lang="en-US"/>
              <a:t>O </a:t>
            </a:r>
            <a:r>
              <a:rPr lang="en-US" err="1"/>
              <a:t>servidor</a:t>
            </a:r>
            <a:r>
              <a:rPr lang="en-US"/>
              <a:t> </a:t>
            </a:r>
            <a:r>
              <a:rPr lang="en-US" err="1"/>
              <a:t>expõe</a:t>
            </a:r>
            <a:r>
              <a:rPr lang="en-US"/>
              <a:t> </a:t>
            </a:r>
            <a:r>
              <a:rPr lang="en-US" err="1"/>
              <a:t>uma</a:t>
            </a:r>
            <a:r>
              <a:rPr lang="en-US"/>
              <a:t> interface para </a:t>
            </a:r>
            <a:r>
              <a:rPr lang="en-US" err="1"/>
              <a:t>comunicação</a:t>
            </a:r>
            <a:r>
              <a:rPr lang="en-US"/>
              <a:t> com interfaces de </a:t>
            </a:r>
            <a:r>
              <a:rPr lang="en-US" err="1"/>
              <a:t>utilizador</a:t>
            </a:r>
            <a:r>
              <a:rPr lang="en-US"/>
              <a:t> para </a:t>
            </a:r>
            <a:r>
              <a:rPr lang="en-US" err="1"/>
              <a:t>apresentar</a:t>
            </a:r>
            <a:r>
              <a:rPr lang="en-US"/>
              <a:t> </a:t>
            </a:r>
            <a:r>
              <a:rPr lang="en-US" err="1"/>
              <a:t>informação</a:t>
            </a:r>
            <a:r>
              <a:rPr lang="en-US"/>
              <a:t> e </a:t>
            </a:r>
            <a:r>
              <a:rPr lang="en-US" err="1"/>
              <a:t>controlar</a:t>
            </a:r>
            <a:r>
              <a:rPr lang="en-US"/>
              <a:t> </a:t>
            </a:r>
            <a:r>
              <a:rPr lang="en-US" err="1"/>
              <a:t>sistemas</a:t>
            </a:r>
            <a:r>
              <a:rPr lang="en-US"/>
              <a:t> </a:t>
            </a:r>
            <a:r>
              <a:rPr lang="en-US" err="1"/>
              <a:t>externos</a:t>
            </a:r>
            <a:r>
              <a:rPr lang="en-US"/>
              <a:t>.</a:t>
            </a:r>
          </a:p>
          <a:p>
            <a:endParaRPr lang="en-US"/>
          </a:p>
          <a:p>
            <a:r>
              <a:rPr lang="en-US"/>
              <a:t>Tem de ser </a:t>
            </a:r>
            <a:r>
              <a:rPr lang="en-US" err="1"/>
              <a:t>desenhada</a:t>
            </a:r>
            <a:r>
              <a:rPr lang="en-US"/>
              <a:t> de forma </a:t>
            </a:r>
            <a:r>
              <a:rPr lang="en-US" err="1"/>
              <a:t>cuidadosa</a:t>
            </a:r>
            <a:r>
              <a:rPr lang="en-US"/>
              <a:t>, </a:t>
            </a:r>
            <a:r>
              <a:rPr lang="en-US" err="1"/>
              <a:t>já</a:t>
            </a:r>
            <a:r>
              <a:rPr lang="en-US"/>
              <a:t> que </a:t>
            </a:r>
            <a:r>
              <a:rPr lang="en-US" err="1"/>
              <a:t>não</a:t>
            </a:r>
            <a:r>
              <a:rPr lang="en-US"/>
              <a:t> </a:t>
            </a:r>
            <a:r>
              <a:rPr lang="en-US" err="1"/>
              <a:t>pode</a:t>
            </a:r>
            <a:r>
              <a:rPr lang="en-US"/>
              <a:t> ser </a:t>
            </a:r>
            <a:r>
              <a:rPr lang="en-US" err="1"/>
              <a:t>alterada</a:t>
            </a:r>
            <a:r>
              <a:rPr lang="en-US"/>
              <a:t> </a:t>
            </a:r>
            <a:r>
              <a:rPr lang="en-US" err="1"/>
              <a:t>posteriormente</a:t>
            </a:r>
            <a:r>
              <a:rPr lang="en-US"/>
              <a:t>, o que </a:t>
            </a:r>
            <a:r>
              <a:rPr lang="en-US" err="1"/>
              <a:t>poderia</a:t>
            </a:r>
            <a:r>
              <a:rPr lang="en-US"/>
              <a:t> </a:t>
            </a:r>
            <a:r>
              <a:rPr lang="en-US" err="1"/>
              <a:t>levar</a:t>
            </a:r>
            <a:r>
              <a:rPr lang="en-US"/>
              <a:t> a </a:t>
            </a:r>
            <a:r>
              <a:rPr lang="en-US" err="1"/>
              <a:t>imcompatibilidades</a:t>
            </a:r>
            <a:r>
              <a:rPr lang="en-US"/>
              <a:t> com interfaces de </a:t>
            </a:r>
            <a:r>
              <a:rPr lang="en-US" err="1"/>
              <a:t>utilizador</a:t>
            </a:r>
            <a:r>
              <a:rPr lang="en-US"/>
              <a:t>.</a:t>
            </a:r>
          </a:p>
          <a:p>
            <a:endParaRPr lang="en-US"/>
          </a:p>
          <a:p>
            <a:r>
              <a:rPr lang="en-US"/>
              <a:t>Mas </a:t>
            </a:r>
            <a:r>
              <a:rPr lang="en-US" err="1"/>
              <a:t>poderá</a:t>
            </a:r>
            <a:r>
              <a:rPr lang="en-US"/>
              <a:t> ser </a:t>
            </a:r>
            <a:r>
              <a:rPr lang="en-US" err="1"/>
              <a:t>extendida</a:t>
            </a:r>
            <a:r>
              <a:rPr lang="en-US"/>
              <a:t>, para </a:t>
            </a:r>
            <a:r>
              <a:rPr lang="en-US" err="1"/>
              <a:t>adicionar</a:t>
            </a:r>
            <a:r>
              <a:rPr lang="en-US"/>
              <a:t> </a:t>
            </a:r>
            <a:r>
              <a:rPr lang="en-US" err="1"/>
              <a:t>suporte</a:t>
            </a:r>
            <a:r>
              <a:rPr lang="en-US"/>
              <a:t> a </a:t>
            </a:r>
            <a:r>
              <a:rPr lang="en-US" err="1"/>
              <a:t>novos</a:t>
            </a:r>
            <a:r>
              <a:rPr lang="en-US"/>
              <a:t> </a:t>
            </a:r>
            <a:r>
              <a:rPr lang="en-US" err="1"/>
              <a:t>sistemas</a:t>
            </a:r>
            <a:r>
              <a:rPr lang="en-US"/>
              <a:t> externos.</a:t>
            </a:r>
          </a:p>
        </p:txBody>
      </p:sp>
      <p:pic>
        <p:nvPicPr>
          <p:cNvPr id="5" name="Picture 4" descr="A blue screen with text&#10;&#10;Description automatically generated">
            <a:extLst>
              <a:ext uri="{FF2B5EF4-FFF2-40B4-BE49-F238E27FC236}">
                <a16:creationId xmlns:a16="http://schemas.microsoft.com/office/drawing/2014/main" id="{71FCA84B-2FFA-37B5-7F5C-B4549D083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777" y="1831927"/>
            <a:ext cx="4041728" cy="1940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572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A090B-4F63-5F31-98D5-DA7FCDBAC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Sistemas </a:t>
            </a:r>
            <a:r>
              <a:rPr lang="en-US" err="1"/>
              <a:t>externos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414B5B-E115-A031-3C59-7EE6D84B7F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4575" y="1159995"/>
            <a:ext cx="4106515" cy="3416400"/>
          </a:xfrm>
        </p:spPr>
        <p:txBody>
          <a:bodyPr/>
          <a:lstStyle/>
          <a:p>
            <a:r>
              <a:rPr lang="en-US"/>
              <a:t>Sistemas </a:t>
            </a:r>
            <a:r>
              <a:rPr lang="en-US" err="1"/>
              <a:t>externos</a:t>
            </a:r>
            <a:r>
              <a:rPr lang="en-US"/>
              <a:t> </a:t>
            </a:r>
            <a:r>
              <a:rPr lang="en-US" err="1"/>
              <a:t>comunicam</a:t>
            </a:r>
            <a:r>
              <a:rPr lang="en-US"/>
              <a:t> com o </a:t>
            </a:r>
            <a:r>
              <a:rPr lang="en-US" err="1"/>
              <a:t>servidor</a:t>
            </a:r>
            <a:r>
              <a:rPr lang="en-US"/>
              <a:t> </a:t>
            </a:r>
            <a:r>
              <a:rPr lang="en-US" err="1"/>
              <a:t>através</a:t>
            </a:r>
            <a:r>
              <a:rPr lang="en-US"/>
              <a:t> de </a:t>
            </a:r>
            <a:r>
              <a:rPr lang="en-US" err="1"/>
              <a:t>adaptadores</a:t>
            </a:r>
            <a:r>
              <a:rPr lang="en-US"/>
              <a:t> que </a:t>
            </a:r>
            <a:r>
              <a:rPr lang="en-US" err="1"/>
              <a:t>abstraem</a:t>
            </a:r>
            <a:r>
              <a:rPr lang="en-US"/>
              <a:t> </a:t>
            </a:r>
            <a:r>
              <a:rPr lang="en-US" err="1"/>
              <a:t>os</a:t>
            </a:r>
            <a:r>
              <a:rPr lang="en-US"/>
              <a:t> </a:t>
            </a:r>
            <a:r>
              <a:rPr lang="en-US" err="1"/>
              <a:t>extensos</a:t>
            </a:r>
            <a:r>
              <a:rPr lang="en-US"/>
              <a:t> e </a:t>
            </a:r>
            <a:r>
              <a:rPr lang="en-US" err="1"/>
              <a:t>complicados</a:t>
            </a:r>
            <a:r>
              <a:rPr lang="en-US"/>
              <a:t> </a:t>
            </a:r>
            <a:r>
              <a:rPr lang="en-US" err="1"/>
              <a:t>processos</a:t>
            </a:r>
            <a:r>
              <a:rPr lang="en-US"/>
              <a:t> de </a:t>
            </a:r>
            <a:r>
              <a:rPr lang="en-US" err="1"/>
              <a:t>comunicação</a:t>
            </a:r>
            <a:r>
              <a:rPr lang="en-US"/>
              <a:t>.</a:t>
            </a:r>
          </a:p>
          <a:p>
            <a:endParaRPr lang="en-US"/>
          </a:p>
          <a:p>
            <a:r>
              <a:rPr lang="en-US" err="1"/>
              <a:t>Facilita</a:t>
            </a:r>
            <a:r>
              <a:rPr lang="en-US"/>
              <a:t> a </a:t>
            </a:r>
            <a:r>
              <a:rPr lang="en-US" err="1"/>
              <a:t>integração</a:t>
            </a:r>
            <a:r>
              <a:rPr lang="en-US"/>
              <a:t> dos </a:t>
            </a:r>
            <a:r>
              <a:rPr lang="en-US" err="1"/>
              <a:t>dispositivos</a:t>
            </a:r>
            <a:r>
              <a:rPr lang="en-US"/>
              <a:t> no </a:t>
            </a:r>
            <a:r>
              <a:rPr lang="en-US" err="1"/>
              <a:t>sistema</a:t>
            </a:r>
            <a:r>
              <a:rPr lang="en-US"/>
              <a:t>, </a:t>
            </a:r>
            <a:r>
              <a:rPr lang="en-US" err="1"/>
              <a:t>automatiza</a:t>
            </a:r>
            <a:r>
              <a:rPr lang="en-US"/>
              <a:t> </a:t>
            </a:r>
            <a:r>
              <a:rPr lang="en-US" err="1"/>
              <a:t>alguns</a:t>
            </a:r>
            <a:r>
              <a:rPr lang="en-US"/>
              <a:t> dos </a:t>
            </a:r>
            <a:r>
              <a:rPr lang="en-US" err="1"/>
              <a:t>processos</a:t>
            </a:r>
            <a:r>
              <a:rPr lang="en-US"/>
              <a:t> </a:t>
            </a:r>
            <a:r>
              <a:rPr lang="en-US" err="1"/>
              <a:t>necessários</a:t>
            </a:r>
            <a:r>
              <a:rPr lang="en-US"/>
              <a:t>.</a:t>
            </a:r>
          </a:p>
          <a:p>
            <a:endParaRPr lang="en-US"/>
          </a:p>
          <a:p>
            <a:r>
              <a:rPr lang="en-US"/>
              <a:t>Um </a:t>
            </a:r>
            <a:r>
              <a:rPr lang="en-US" err="1"/>
              <a:t>adaptador</a:t>
            </a:r>
            <a:r>
              <a:rPr lang="en-US"/>
              <a:t> </a:t>
            </a:r>
            <a:r>
              <a:rPr lang="en-US" err="1"/>
              <a:t>traduz</a:t>
            </a:r>
            <a:r>
              <a:rPr lang="en-US"/>
              <a:t> </a:t>
            </a:r>
            <a:r>
              <a:rPr lang="en-US" err="1"/>
              <a:t>comandos</a:t>
            </a:r>
            <a:r>
              <a:rPr lang="en-US"/>
              <a:t> do </a:t>
            </a:r>
            <a:r>
              <a:rPr lang="en-US" err="1"/>
              <a:t>servidor</a:t>
            </a:r>
            <a:r>
              <a:rPr lang="en-US"/>
              <a:t> para o </a:t>
            </a:r>
            <a:r>
              <a:rPr lang="en-US" err="1"/>
              <a:t>protocolo</a:t>
            </a:r>
            <a:r>
              <a:rPr lang="en-US"/>
              <a:t> de um </a:t>
            </a:r>
            <a:r>
              <a:rPr lang="en-US" err="1"/>
              <a:t>sistema</a:t>
            </a:r>
            <a:r>
              <a:rPr lang="en-US"/>
              <a:t> de controlo de </a:t>
            </a:r>
            <a:r>
              <a:rPr lang="en-US" err="1"/>
              <a:t>ar</a:t>
            </a:r>
            <a:r>
              <a:rPr lang="en-US"/>
              <a:t> </a:t>
            </a:r>
            <a:r>
              <a:rPr lang="en-US" err="1"/>
              <a:t>condicionado</a:t>
            </a:r>
            <a:r>
              <a:rPr lang="en-US"/>
              <a:t>, o que </a:t>
            </a:r>
            <a:r>
              <a:rPr lang="en-US" err="1"/>
              <a:t>permite</a:t>
            </a:r>
            <a:r>
              <a:rPr lang="en-US"/>
              <a:t> </a:t>
            </a:r>
            <a:r>
              <a:rPr lang="en-US" err="1"/>
              <a:t>alterações</a:t>
            </a:r>
            <a:r>
              <a:rPr lang="en-US"/>
              <a:t> </a:t>
            </a:r>
            <a:r>
              <a:rPr lang="en-US" err="1"/>
              <a:t>automáticas</a:t>
            </a:r>
            <a:r>
              <a:rPr lang="en-US"/>
              <a:t> de </a:t>
            </a:r>
            <a:r>
              <a:rPr lang="en-US" err="1"/>
              <a:t>temperatura</a:t>
            </a:r>
            <a:r>
              <a:rPr lang="en-US"/>
              <a:t>.</a:t>
            </a:r>
          </a:p>
        </p:txBody>
      </p:sp>
      <p:pic>
        <p:nvPicPr>
          <p:cNvPr id="5" name="Picture 4" descr="A hand holding a remote control&#10;&#10;Description automatically generated">
            <a:extLst>
              <a:ext uri="{FF2B5EF4-FFF2-40B4-BE49-F238E27FC236}">
                <a16:creationId xmlns:a16="http://schemas.microsoft.com/office/drawing/2014/main" id="{8D38BF80-8F74-BC00-3E2E-7BC0DB0B0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3174" y="1425683"/>
            <a:ext cx="4373933" cy="2707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612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D3E13-231B-B14F-1C49-D0A505A8C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Estratégia</a:t>
            </a:r>
            <a:r>
              <a:rPr lang="en-US"/>
              <a:t> de </a:t>
            </a:r>
            <a:r>
              <a:rPr lang="en-US" err="1"/>
              <a:t>implementação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6030DE-B7DF-0AF3-960E-7B43FC9935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4733347" cy="3416400"/>
          </a:xfr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spcAft>
                <a:spcPts val="3000"/>
              </a:spcAft>
              <a:buNone/>
            </a:pPr>
            <a:r>
              <a:rPr lang="en-US" sz="1800"/>
              <a:t>A interface de </a:t>
            </a:r>
            <a:r>
              <a:rPr lang="en-US" sz="1800" err="1"/>
              <a:t>utilizador</a:t>
            </a:r>
            <a:r>
              <a:rPr lang="en-US" sz="1800"/>
              <a:t> </a:t>
            </a:r>
            <a:r>
              <a:rPr lang="en-US" sz="1800" err="1"/>
              <a:t>faz</a:t>
            </a:r>
            <a:r>
              <a:rPr lang="en-US" sz="1800"/>
              <a:t> </a:t>
            </a:r>
            <a:r>
              <a:rPr lang="en-US" sz="1800" err="1"/>
              <a:t>uso</a:t>
            </a:r>
            <a:r>
              <a:rPr lang="en-US" sz="1800"/>
              <a:t> de </a:t>
            </a:r>
            <a:r>
              <a:rPr lang="en-US" sz="1800" err="1"/>
              <a:t>tecnologias</a:t>
            </a:r>
            <a:r>
              <a:rPr lang="en-US" sz="1800"/>
              <a:t> web </a:t>
            </a:r>
            <a:r>
              <a:rPr lang="en-US" sz="1800" err="1"/>
              <a:t>padrão</a:t>
            </a:r>
            <a:r>
              <a:rPr lang="en-US" sz="1800"/>
              <a:t>, </a:t>
            </a:r>
            <a:r>
              <a:rPr lang="en-US" sz="1800" err="1"/>
              <a:t>bem</a:t>
            </a:r>
            <a:r>
              <a:rPr lang="en-US" sz="1800"/>
              <a:t> </a:t>
            </a:r>
            <a:r>
              <a:rPr lang="en-US" sz="1800" err="1"/>
              <a:t>como</a:t>
            </a:r>
            <a:r>
              <a:rPr lang="en-US" sz="1800"/>
              <a:t> a </a:t>
            </a:r>
            <a:r>
              <a:rPr lang="en-US" sz="1800" err="1"/>
              <a:t>biblioteca</a:t>
            </a:r>
            <a:r>
              <a:rPr lang="en-US" sz="1800"/>
              <a:t> Bootstrap, para </a:t>
            </a:r>
            <a:r>
              <a:rPr lang="en-US" sz="1800" err="1"/>
              <a:t>fornecer</a:t>
            </a:r>
            <a:r>
              <a:rPr lang="en-US" sz="1800"/>
              <a:t> </a:t>
            </a:r>
            <a:r>
              <a:rPr lang="en-US" sz="1800" err="1"/>
              <a:t>funcionalidade</a:t>
            </a:r>
            <a:r>
              <a:rPr lang="en-US" sz="1800"/>
              <a:t> a </a:t>
            </a:r>
            <a:r>
              <a:rPr lang="en-US" sz="1800" err="1"/>
              <a:t>todos</a:t>
            </a:r>
            <a:r>
              <a:rPr lang="en-US" sz="1800"/>
              <a:t> </a:t>
            </a:r>
            <a:r>
              <a:rPr lang="en-US" sz="1800" err="1"/>
              <a:t>os</a:t>
            </a:r>
            <a:r>
              <a:rPr lang="en-US" sz="1800"/>
              <a:t> </a:t>
            </a:r>
            <a:r>
              <a:rPr lang="en-US" sz="1800" err="1"/>
              <a:t>utilizadores</a:t>
            </a:r>
            <a:r>
              <a:rPr lang="en-US" sz="1800"/>
              <a:t>.</a:t>
            </a:r>
            <a:endParaRPr lang="en-US"/>
          </a:p>
          <a:p>
            <a:pPr marL="139700" indent="0">
              <a:spcAft>
                <a:spcPts val="1100"/>
              </a:spcAft>
              <a:buNone/>
            </a:pPr>
            <a:r>
              <a:rPr lang="en-US" sz="1800"/>
              <a:t>O </a:t>
            </a:r>
            <a:r>
              <a:rPr lang="en-US" sz="1800" err="1"/>
              <a:t>servidor</a:t>
            </a:r>
            <a:r>
              <a:rPr lang="en-US" sz="1800"/>
              <a:t> </a:t>
            </a:r>
            <a:r>
              <a:rPr lang="en-US" sz="1800" err="1"/>
              <a:t>usa</a:t>
            </a:r>
            <a:r>
              <a:rPr lang="en-US" sz="1800"/>
              <a:t> a </a:t>
            </a:r>
            <a:r>
              <a:rPr lang="en-US" sz="1800" err="1"/>
              <a:t>linguagem</a:t>
            </a:r>
            <a:r>
              <a:rPr lang="en-US" sz="1800"/>
              <a:t> de </a:t>
            </a:r>
            <a:r>
              <a:rPr lang="en-US" sz="1800" err="1"/>
              <a:t>programação</a:t>
            </a:r>
            <a:r>
              <a:rPr lang="en-US" sz="1800"/>
              <a:t> Python, pela </a:t>
            </a:r>
            <a:r>
              <a:rPr lang="en-US" sz="1800" err="1"/>
              <a:t>sua</a:t>
            </a:r>
            <a:r>
              <a:rPr lang="en-US" sz="1800"/>
              <a:t> </a:t>
            </a:r>
            <a:r>
              <a:rPr lang="en-US" sz="1800" err="1"/>
              <a:t>facilidade</a:t>
            </a:r>
            <a:r>
              <a:rPr lang="en-US" sz="1800"/>
              <a:t> de </a:t>
            </a:r>
            <a:r>
              <a:rPr lang="en-US" sz="1800" err="1"/>
              <a:t>uso</a:t>
            </a:r>
            <a:r>
              <a:rPr lang="en-US" sz="1800"/>
              <a:t> e </a:t>
            </a:r>
            <a:r>
              <a:rPr lang="en-US" sz="1800" err="1"/>
              <a:t>manutenção</a:t>
            </a:r>
            <a:r>
              <a:rPr lang="en-US" sz="1800"/>
              <a:t>, e </a:t>
            </a:r>
            <a:r>
              <a:rPr lang="en-US" sz="1800" err="1"/>
              <a:t>grande</a:t>
            </a:r>
            <a:r>
              <a:rPr lang="en-US" sz="1800"/>
              <a:t> </a:t>
            </a:r>
            <a:r>
              <a:rPr lang="en-US" sz="1800" err="1"/>
              <a:t>quantidade</a:t>
            </a:r>
            <a:r>
              <a:rPr lang="en-US" sz="1800"/>
              <a:t> de </a:t>
            </a:r>
            <a:r>
              <a:rPr lang="en-US" sz="1800" err="1"/>
              <a:t>bibliotecas</a:t>
            </a:r>
            <a:r>
              <a:rPr lang="en-US" sz="1800"/>
              <a:t> da </a:t>
            </a:r>
            <a:r>
              <a:rPr lang="en-US" sz="1800" err="1"/>
              <a:t>comunidade</a:t>
            </a:r>
            <a:r>
              <a:rPr lang="en-US" sz="1800"/>
              <a:t>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37E53C3-F062-A191-8292-45D4A85A6B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79927" y="1284595"/>
            <a:ext cx="919519" cy="90245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DD1B3844-22BA-DBF2-E862-31EBA81E59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60485" y="1284596"/>
            <a:ext cx="652028" cy="902459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F15740D-8E61-AE56-E97F-160DAD3D7E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65024" y="1284595"/>
            <a:ext cx="945108" cy="902459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CA326738-8D23-A2CB-D9F6-10E6BCD5132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13756" y="2696498"/>
            <a:ext cx="1697013" cy="202797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A36499BD-9D0B-A886-E712-DE6A6B59EE7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907070" y="1224886"/>
            <a:ext cx="1151731" cy="902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852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FF115F-E6F1-744B-FB90-EE53266F4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História de Utilização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C55C769-E22F-600A-A054-32E2149C1A7E}"/>
              </a:ext>
            </a:extLst>
          </p:cNvPr>
          <p:cNvSpPr txBox="1">
            <a:spLocks/>
          </p:cNvSpPr>
          <p:nvPr/>
        </p:nvSpPr>
        <p:spPr>
          <a:xfrm>
            <a:off x="186890" y="1017873"/>
            <a:ext cx="4385747" cy="3481098"/>
          </a:xfrm>
          <a:prstGeom prst="rect">
            <a:avLst/>
          </a:prstGeom>
        </p:spPr>
        <p:txBody>
          <a:bodyPr lIns="91440" tIns="45720" rIns="91440" bIns="4572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sz="1800"/>
          </a:p>
          <a:p>
            <a:r>
              <a:rPr lang="en-US" sz="1800"/>
              <a:t>Maria, </a:t>
            </a:r>
            <a:r>
              <a:rPr lang="en-US" sz="1800" err="1"/>
              <a:t>uma</a:t>
            </a:r>
            <a:r>
              <a:rPr lang="en-US" sz="1800"/>
              <a:t> </a:t>
            </a:r>
            <a:r>
              <a:rPr lang="en-US" sz="1800" err="1"/>
              <a:t>profissional</a:t>
            </a:r>
            <a:r>
              <a:rPr lang="en-US" sz="1800"/>
              <a:t> </a:t>
            </a:r>
            <a:r>
              <a:rPr lang="en-US" sz="1800" err="1"/>
              <a:t>atarefada</a:t>
            </a:r>
            <a:r>
              <a:rPr lang="en-US" sz="1800"/>
              <a:t>, </a:t>
            </a:r>
            <a:r>
              <a:rPr lang="en-US" sz="1800" err="1"/>
              <a:t>usa</a:t>
            </a:r>
            <a:r>
              <a:rPr lang="en-US" sz="1800"/>
              <a:t> </a:t>
            </a:r>
            <a:r>
              <a:rPr lang="en-US" sz="1800" err="1"/>
              <a:t>nossa</a:t>
            </a:r>
            <a:r>
              <a:rPr lang="en-US" sz="1800"/>
              <a:t> </a:t>
            </a:r>
            <a:r>
              <a:rPr lang="en-US" sz="1800" err="1"/>
              <a:t>aplicação</a:t>
            </a:r>
            <a:r>
              <a:rPr lang="en-US" sz="1800"/>
              <a:t> para </a:t>
            </a:r>
            <a:r>
              <a:rPr lang="en-US" sz="1800" err="1"/>
              <a:t>programar</a:t>
            </a:r>
            <a:r>
              <a:rPr lang="en-US" sz="1800"/>
              <a:t> o </a:t>
            </a:r>
            <a:r>
              <a:rPr lang="en-US" sz="1800" err="1"/>
              <a:t>ar</a:t>
            </a:r>
            <a:r>
              <a:rPr lang="en-US" sz="1800"/>
              <a:t> </a:t>
            </a:r>
            <a:r>
              <a:rPr lang="en-US" sz="1800" err="1"/>
              <a:t>condicionado</a:t>
            </a:r>
            <a:r>
              <a:rPr lang="en-US" sz="1800"/>
              <a:t> da </a:t>
            </a:r>
            <a:r>
              <a:rPr lang="en-US" sz="1800" err="1"/>
              <a:t>sua</a:t>
            </a:r>
            <a:r>
              <a:rPr lang="en-US" sz="1800"/>
              <a:t> casa </a:t>
            </a:r>
            <a:r>
              <a:rPr lang="en-US" sz="1800" err="1"/>
              <a:t>durante</a:t>
            </a:r>
            <a:r>
              <a:rPr lang="en-US" sz="1800"/>
              <a:t> um </a:t>
            </a:r>
            <a:r>
              <a:rPr lang="en-US" sz="1800" err="1"/>
              <a:t>dia</a:t>
            </a:r>
            <a:r>
              <a:rPr lang="en-US" sz="1800"/>
              <a:t> </a:t>
            </a:r>
            <a:r>
              <a:rPr lang="en-US" sz="1800" err="1"/>
              <a:t>muito</a:t>
            </a:r>
            <a:r>
              <a:rPr lang="en-US" sz="1800"/>
              <a:t> </a:t>
            </a:r>
            <a:r>
              <a:rPr lang="en-US" sz="1800" err="1"/>
              <a:t>quente</a:t>
            </a:r>
            <a:r>
              <a:rPr lang="en-US" sz="1800"/>
              <a:t>. Ela </a:t>
            </a:r>
            <a:r>
              <a:rPr lang="en-US" sz="1800" err="1"/>
              <a:t>ajusta</a:t>
            </a:r>
            <a:r>
              <a:rPr lang="en-US" sz="1800"/>
              <a:t> </a:t>
            </a:r>
            <a:r>
              <a:rPr lang="en-US" sz="1800" err="1"/>
              <a:t>facilmente</a:t>
            </a:r>
            <a:r>
              <a:rPr lang="en-US" sz="1800"/>
              <a:t> </a:t>
            </a:r>
            <a:r>
              <a:rPr lang="en-US" sz="1800" err="1"/>
              <a:t>os</a:t>
            </a:r>
            <a:r>
              <a:rPr lang="en-US" sz="1800"/>
              <a:t> </a:t>
            </a:r>
            <a:r>
              <a:rPr lang="en-US" sz="1800" err="1"/>
              <a:t>horários</a:t>
            </a:r>
            <a:r>
              <a:rPr lang="en-US" sz="1800"/>
              <a:t> e </a:t>
            </a:r>
            <a:r>
              <a:rPr lang="en-US" sz="1800" err="1"/>
              <a:t>temperaturas</a:t>
            </a:r>
            <a:r>
              <a:rPr lang="en-US" sz="1800"/>
              <a:t> </a:t>
            </a:r>
            <a:r>
              <a:rPr lang="en-US" sz="1800" err="1"/>
              <a:t>desejadas</a:t>
            </a:r>
            <a:r>
              <a:rPr lang="en-US" sz="1800"/>
              <a:t> </a:t>
            </a:r>
            <a:r>
              <a:rPr lang="en-US" sz="1800" err="1"/>
              <a:t>através</a:t>
            </a:r>
            <a:r>
              <a:rPr lang="en-US" sz="1800"/>
              <a:t> da </a:t>
            </a:r>
            <a:r>
              <a:rPr lang="en-US" sz="1800" err="1"/>
              <a:t>aplicação</a:t>
            </a:r>
            <a:r>
              <a:rPr lang="en-US" sz="1800"/>
              <a:t>. As </a:t>
            </a:r>
            <a:r>
              <a:rPr lang="en-US" sz="1800" err="1"/>
              <a:t>configurações</a:t>
            </a:r>
            <a:r>
              <a:rPr lang="en-US" sz="1800"/>
              <a:t> </a:t>
            </a:r>
            <a:r>
              <a:rPr lang="en-US" sz="1800" err="1"/>
              <a:t>são</a:t>
            </a:r>
            <a:r>
              <a:rPr lang="en-US" sz="1800"/>
              <a:t> </a:t>
            </a:r>
            <a:r>
              <a:rPr lang="en-US" sz="1800" err="1"/>
              <a:t>confirmadas</a:t>
            </a:r>
            <a:r>
              <a:rPr lang="en-US" sz="1800"/>
              <a:t> e Maria </a:t>
            </a:r>
            <a:r>
              <a:rPr lang="en-US" sz="1800" err="1"/>
              <a:t>desfruta</a:t>
            </a:r>
            <a:r>
              <a:rPr lang="en-US" sz="1800"/>
              <a:t> de um </a:t>
            </a:r>
            <a:r>
              <a:rPr lang="en-US" sz="1800" err="1"/>
              <a:t>ambiente</a:t>
            </a:r>
            <a:r>
              <a:rPr lang="en-US" sz="1800"/>
              <a:t> </a:t>
            </a:r>
            <a:r>
              <a:rPr lang="en-US" sz="1800" err="1"/>
              <a:t>confortável</a:t>
            </a:r>
            <a:r>
              <a:rPr lang="en-US" sz="1800"/>
              <a:t> </a:t>
            </a:r>
            <a:r>
              <a:rPr lang="en-US" sz="1800" err="1"/>
              <a:t>durante</a:t>
            </a:r>
            <a:r>
              <a:rPr lang="en-US" sz="1800"/>
              <a:t> </a:t>
            </a:r>
            <a:r>
              <a:rPr lang="en-US" sz="1800" err="1"/>
              <a:t>todo</a:t>
            </a:r>
            <a:r>
              <a:rPr lang="en-US" sz="1800"/>
              <a:t> o dia.  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pic>
        <p:nvPicPr>
          <p:cNvPr id="8" name="Picture 7" descr="O Perigo do Ar Condicionado para a Saúde Respiratória - Sensorium">
            <a:extLst>
              <a:ext uri="{FF2B5EF4-FFF2-40B4-BE49-F238E27FC236}">
                <a16:creationId xmlns:a16="http://schemas.microsoft.com/office/drawing/2014/main" id="{37C3B7DA-FD6D-5A49-5B28-DEEBE6954C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202" t="-365" r="265" b="429"/>
          <a:stretch/>
        </p:blipFill>
        <p:spPr>
          <a:xfrm>
            <a:off x="4710022" y="1021210"/>
            <a:ext cx="3981479" cy="3483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805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FF115F-E6F1-744B-FB90-EE53266F4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História de Utilização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C55C769-E22F-600A-A054-32E2149C1A7E}"/>
              </a:ext>
            </a:extLst>
          </p:cNvPr>
          <p:cNvSpPr txBox="1">
            <a:spLocks/>
          </p:cNvSpPr>
          <p:nvPr/>
        </p:nvSpPr>
        <p:spPr>
          <a:xfrm>
            <a:off x="186253" y="1016358"/>
            <a:ext cx="4385747" cy="3481098"/>
          </a:xfrm>
          <a:prstGeom prst="rect">
            <a:avLst/>
          </a:prstGeom>
        </p:spPr>
        <p:txBody>
          <a:bodyPr lIns="91440" tIns="45720" rIns="91440" bIns="4572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sz="1800"/>
          </a:p>
          <a:p>
            <a:r>
              <a:rPr lang="en-US" sz="1800"/>
              <a:t>Marta, </a:t>
            </a:r>
            <a:r>
              <a:rPr lang="en-US" sz="1800" err="1"/>
              <a:t>uma</a:t>
            </a:r>
            <a:r>
              <a:rPr lang="en-US" sz="1800"/>
              <a:t> </a:t>
            </a:r>
            <a:r>
              <a:rPr lang="en-US" sz="1800" err="1"/>
              <a:t>residente</a:t>
            </a:r>
            <a:r>
              <a:rPr lang="en-US" sz="1800"/>
              <a:t> de um </a:t>
            </a:r>
            <a:r>
              <a:rPr lang="en-US" sz="1800" err="1"/>
              <a:t>edifício</a:t>
            </a:r>
            <a:r>
              <a:rPr lang="en-US" sz="1800"/>
              <a:t>, nota </a:t>
            </a:r>
            <a:r>
              <a:rPr lang="en-US" sz="1800" err="1"/>
              <a:t>uma</a:t>
            </a:r>
            <a:r>
              <a:rPr lang="en-US" sz="1800"/>
              <a:t> </a:t>
            </a:r>
            <a:r>
              <a:rPr lang="en-US" sz="1800" err="1"/>
              <a:t>lâmpada</a:t>
            </a:r>
            <a:r>
              <a:rPr lang="en-US" sz="1800"/>
              <a:t> a </a:t>
            </a:r>
            <a:r>
              <a:rPr lang="en-US" sz="1800" err="1"/>
              <a:t>piscar</a:t>
            </a:r>
            <a:r>
              <a:rPr lang="en-US" sz="1800"/>
              <a:t> </a:t>
            </a:r>
            <a:r>
              <a:rPr lang="en-US" sz="1800" err="1"/>
              <a:t>na</a:t>
            </a:r>
            <a:r>
              <a:rPr lang="en-US" sz="1800"/>
              <a:t> </a:t>
            </a:r>
            <a:r>
              <a:rPr lang="en-US" sz="1800" err="1"/>
              <a:t>garagem</a:t>
            </a:r>
            <a:r>
              <a:rPr lang="en-US" sz="1800"/>
              <a:t> do </a:t>
            </a:r>
            <a:r>
              <a:rPr lang="en-US" sz="1800" err="1"/>
              <a:t>prédio</a:t>
            </a:r>
            <a:r>
              <a:rPr lang="en-US" sz="1800"/>
              <a:t> </a:t>
            </a:r>
            <a:r>
              <a:rPr lang="en-US" sz="1800" err="1"/>
              <a:t>durante</a:t>
            </a:r>
            <a:r>
              <a:rPr lang="en-US" sz="1800"/>
              <a:t> a </a:t>
            </a:r>
            <a:r>
              <a:rPr lang="en-US" sz="1800" err="1"/>
              <a:t>noite</a:t>
            </a:r>
            <a:r>
              <a:rPr lang="en-US" sz="1800"/>
              <a:t>. Ela </a:t>
            </a:r>
            <a:r>
              <a:rPr lang="en-US" sz="1800" err="1"/>
              <a:t>acede</a:t>
            </a:r>
            <a:r>
              <a:rPr lang="en-US" sz="1800"/>
              <a:t> à </a:t>
            </a:r>
            <a:r>
              <a:rPr lang="en-US" sz="1800" err="1"/>
              <a:t>aplicação</a:t>
            </a:r>
            <a:r>
              <a:rPr lang="en-US" sz="1800"/>
              <a:t> no </a:t>
            </a:r>
            <a:r>
              <a:rPr lang="en-US" sz="1800" err="1"/>
              <a:t>seu</a:t>
            </a:r>
            <a:r>
              <a:rPr lang="en-US" sz="1800"/>
              <a:t> </a:t>
            </a:r>
            <a:r>
              <a:rPr lang="en-US" sz="1800" err="1"/>
              <a:t>telemóvel</a:t>
            </a:r>
            <a:r>
              <a:rPr lang="en-US" sz="1800"/>
              <a:t>, </a:t>
            </a:r>
            <a:r>
              <a:rPr lang="en-US" sz="1800" err="1"/>
              <a:t>preenche</a:t>
            </a:r>
            <a:r>
              <a:rPr lang="en-US" sz="1800"/>
              <a:t> um </a:t>
            </a:r>
            <a:r>
              <a:rPr lang="en-US" sz="1800" err="1"/>
              <a:t>formulário</a:t>
            </a:r>
            <a:r>
              <a:rPr lang="en-US" sz="1800"/>
              <a:t> para </a:t>
            </a:r>
            <a:r>
              <a:rPr lang="en-US" sz="1800" err="1"/>
              <a:t>reportar</a:t>
            </a:r>
            <a:r>
              <a:rPr lang="en-US" sz="1800"/>
              <a:t> o </a:t>
            </a:r>
            <a:r>
              <a:rPr lang="en-US" sz="1800" err="1"/>
              <a:t>problema</a:t>
            </a:r>
            <a:r>
              <a:rPr lang="en-US" sz="1800"/>
              <a:t> e </a:t>
            </a:r>
            <a:r>
              <a:rPr lang="en-US" sz="1800" err="1"/>
              <a:t>adiciona</a:t>
            </a:r>
            <a:r>
              <a:rPr lang="en-US" sz="1800"/>
              <a:t> </a:t>
            </a:r>
            <a:r>
              <a:rPr lang="en-US" sz="1800" err="1"/>
              <a:t>uma</a:t>
            </a:r>
            <a:r>
              <a:rPr lang="en-US" sz="1800"/>
              <a:t> </a:t>
            </a:r>
            <a:r>
              <a:rPr lang="en-US" sz="1800" err="1"/>
              <a:t>descrição</a:t>
            </a:r>
            <a:r>
              <a:rPr lang="en-US" sz="1800"/>
              <a:t> do </a:t>
            </a:r>
            <a:r>
              <a:rPr lang="en-US" sz="1800" err="1"/>
              <a:t>sucedido</a:t>
            </a:r>
            <a:r>
              <a:rPr lang="en-US" sz="1800"/>
              <a:t>.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pic>
        <p:nvPicPr>
          <p:cNvPr id="3" name="Picture 2" descr="What Causes Lights to Flicker?">
            <a:extLst>
              <a:ext uri="{FF2B5EF4-FFF2-40B4-BE49-F238E27FC236}">
                <a16:creationId xmlns:a16="http://schemas.microsoft.com/office/drawing/2014/main" id="{3DA8B497-B0FA-167B-BBE7-B923C519FB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749" t="180" r="14883" b="8741"/>
          <a:stretch/>
        </p:blipFill>
        <p:spPr>
          <a:xfrm>
            <a:off x="4848136" y="1017185"/>
            <a:ext cx="3858609" cy="3481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180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FF115F-E6F1-744B-FB90-EE53266F4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História de Utilização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C55C769-E22F-600A-A054-32E2149C1A7E}"/>
              </a:ext>
            </a:extLst>
          </p:cNvPr>
          <p:cNvSpPr txBox="1">
            <a:spLocks/>
          </p:cNvSpPr>
          <p:nvPr/>
        </p:nvSpPr>
        <p:spPr>
          <a:xfrm>
            <a:off x="186890" y="1017873"/>
            <a:ext cx="4385747" cy="3481098"/>
          </a:xfrm>
          <a:prstGeom prst="rect">
            <a:avLst/>
          </a:prstGeom>
        </p:spPr>
        <p:txBody>
          <a:bodyPr lIns="91440" tIns="45720" rIns="91440" bIns="4572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sz="1800"/>
          </a:p>
          <a:p>
            <a:r>
              <a:rPr lang="en-US" sz="1800"/>
              <a:t>Luís, o </a:t>
            </a:r>
            <a:r>
              <a:rPr lang="en-US" sz="1800" err="1"/>
              <a:t>eletricista</a:t>
            </a:r>
            <a:r>
              <a:rPr lang="en-US" sz="1800"/>
              <a:t> </a:t>
            </a:r>
            <a:r>
              <a:rPr lang="en-US" sz="1800" err="1"/>
              <a:t>designado</a:t>
            </a:r>
            <a:r>
              <a:rPr lang="en-US" sz="1800"/>
              <a:t> para resolver um </a:t>
            </a:r>
            <a:r>
              <a:rPr lang="en-US" sz="1800" err="1"/>
              <a:t>problema</a:t>
            </a:r>
            <a:r>
              <a:rPr lang="en-US" sz="1800"/>
              <a:t> de </a:t>
            </a:r>
            <a:r>
              <a:rPr lang="en-US" sz="1800" err="1"/>
              <a:t>lâmpada</a:t>
            </a:r>
            <a:r>
              <a:rPr lang="en-US" sz="1800"/>
              <a:t> a </a:t>
            </a:r>
            <a:r>
              <a:rPr lang="en-US" sz="1800" err="1"/>
              <a:t>piscar</a:t>
            </a:r>
            <a:r>
              <a:rPr lang="en-US" sz="1800"/>
              <a:t> </a:t>
            </a:r>
            <a:r>
              <a:rPr lang="en-US" sz="1800" err="1"/>
              <a:t>na</a:t>
            </a:r>
            <a:r>
              <a:rPr lang="en-US" sz="1800"/>
              <a:t> </a:t>
            </a:r>
            <a:r>
              <a:rPr lang="en-US" sz="1800" err="1"/>
              <a:t>garagem</a:t>
            </a:r>
            <a:r>
              <a:rPr lang="en-US" sz="1800"/>
              <a:t> do </a:t>
            </a:r>
            <a:r>
              <a:rPr lang="en-US" sz="1800" err="1"/>
              <a:t>prédio</a:t>
            </a:r>
            <a:r>
              <a:rPr lang="en-US" sz="1800"/>
              <a:t>, </a:t>
            </a:r>
            <a:r>
              <a:rPr lang="en-US" sz="1800" err="1"/>
              <a:t>recebe</a:t>
            </a:r>
            <a:r>
              <a:rPr lang="en-US" sz="1800"/>
              <a:t> </a:t>
            </a:r>
            <a:r>
              <a:rPr lang="en-US" sz="1800" err="1"/>
              <a:t>uma</a:t>
            </a:r>
            <a:r>
              <a:rPr lang="en-US" sz="1800"/>
              <a:t> </a:t>
            </a:r>
            <a:r>
              <a:rPr lang="en-US" sz="1800" err="1"/>
              <a:t>notificação</a:t>
            </a:r>
            <a:r>
              <a:rPr lang="en-US" sz="1800"/>
              <a:t> </a:t>
            </a:r>
            <a:r>
              <a:rPr lang="en-US" sz="1800" err="1"/>
              <a:t>através</a:t>
            </a:r>
            <a:r>
              <a:rPr lang="en-US" sz="1800"/>
              <a:t> da </a:t>
            </a:r>
            <a:r>
              <a:rPr lang="en-US" sz="1800" err="1"/>
              <a:t>aplicação</a:t>
            </a:r>
            <a:r>
              <a:rPr lang="en-US" sz="1800"/>
              <a:t> que o </a:t>
            </a:r>
            <a:r>
              <a:rPr lang="en-US" sz="1800" err="1"/>
              <a:t>informa</a:t>
            </a:r>
            <a:r>
              <a:rPr lang="en-US" sz="1800"/>
              <a:t> </a:t>
            </a:r>
            <a:r>
              <a:rPr lang="en-US" sz="1800" err="1"/>
              <a:t>sobre</a:t>
            </a:r>
            <a:r>
              <a:rPr lang="en-US" sz="1800"/>
              <a:t> o </a:t>
            </a:r>
            <a:r>
              <a:rPr lang="en-US" sz="1800" err="1"/>
              <a:t>problema</a:t>
            </a:r>
            <a:r>
              <a:rPr lang="en-US" sz="1800"/>
              <a:t>. </a:t>
            </a:r>
            <a:r>
              <a:rPr lang="en-US" sz="1800" err="1"/>
              <a:t>Após</a:t>
            </a:r>
            <a:r>
              <a:rPr lang="en-US" sz="1800"/>
              <a:t> </a:t>
            </a:r>
            <a:r>
              <a:rPr lang="en-US" sz="1800" err="1"/>
              <a:t>realizar</a:t>
            </a:r>
            <a:r>
              <a:rPr lang="en-US" sz="1800"/>
              <a:t> </a:t>
            </a:r>
            <a:r>
              <a:rPr lang="en-US" sz="1800" err="1"/>
              <a:t>os</a:t>
            </a:r>
            <a:r>
              <a:rPr lang="en-US" sz="1800"/>
              <a:t> </a:t>
            </a:r>
            <a:r>
              <a:rPr lang="en-US" sz="1800" err="1"/>
              <a:t>reparos</a:t>
            </a:r>
            <a:r>
              <a:rPr lang="en-US" sz="1800"/>
              <a:t> </a:t>
            </a:r>
            <a:r>
              <a:rPr lang="en-US" sz="1800" err="1"/>
              <a:t>necessários</a:t>
            </a:r>
            <a:r>
              <a:rPr lang="en-US" sz="1800"/>
              <a:t>, </a:t>
            </a:r>
            <a:r>
              <a:rPr lang="en-US" sz="1800" err="1"/>
              <a:t>ele</a:t>
            </a:r>
            <a:r>
              <a:rPr lang="en-US" sz="1800"/>
              <a:t> </a:t>
            </a:r>
            <a:r>
              <a:rPr lang="en-US" sz="1800" err="1"/>
              <a:t>acede</a:t>
            </a:r>
            <a:r>
              <a:rPr lang="en-US" sz="1800"/>
              <a:t> à </a:t>
            </a:r>
            <a:r>
              <a:rPr lang="en-US" sz="1800" err="1"/>
              <a:t>aplicação</a:t>
            </a:r>
            <a:r>
              <a:rPr lang="en-US" sz="1800"/>
              <a:t>, relata o </a:t>
            </a:r>
            <a:r>
              <a:rPr lang="en-US" sz="1800" err="1"/>
              <a:t>problema</a:t>
            </a:r>
            <a:r>
              <a:rPr lang="en-US" sz="1800"/>
              <a:t> </a:t>
            </a:r>
            <a:r>
              <a:rPr lang="en-US" sz="1800" err="1"/>
              <a:t>como</a:t>
            </a:r>
            <a:r>
              <a:rPr lang="en-US" sz="1800"/>
              <a:t> </a:t>
            </a:r>
            <a:r>
              <a:rPr lang="en-US" sz="1800" err="1"/>
              <a:t>resolvido</a:t>
            </a:r>
            <a:r>
              <a:rPr lang="en-US" sz="1800"/>
              <a:t> e </a:t>
            </a:r>
            <a:r>
              <a:rPr lang="en-US" sz="1800" err="1"/>
              <a:t>fornece</a:t>
            </a:r>
            <a:r>
              <a:rPr lang="en-US" sz="1800"/>
              <a:t> </a:t>
            </a:r>
            <a:r>
              <a:rPr lang="en-US" sz="1800" err="1"/>
              <a:t>detalhes</a:t>
            </a:r>
            <a:r>
              <a:rPr lang="en-US" sz="1800"/>
              <a:t> </a:t>
            </a:r>
            <a:r>
              <a:rPr lang="en-US" sz="1800" err="1"/>
              <a:t>sobre</a:t>
            </a:r>
            <a:r>
              <a:rPr lang="en-US" sz="1800"/>
              <a:t> as </a:t>
            </a:r>
            <a:r>
              <a:rPr lang="en-US" sz="1800" err="1"/>
              <a:t>ações</a:t>
            </a:r>
            <a:r>
              <a:rPr lang="en-US" sz="1800"/>
              <a:t> </a:t>
            </a:r>
            <a:r>
              <a:rPr lang="en-US" sz="1800" err="1"/>
              <a:t>tomadas</a:t>
            </a:r>
            <a:r>
              <a:rPr lang="en-US" sz="1800"/>
              <a:t>. </a:t>
            </a: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pic>
        <p:nvPicPr>
          <p:cNvPr id="4" name="Picture 3" descr="Faulty fluorescent bulb sparks concern after burn marks found | CBC News">
            <a:extLst>
              <a:ext uri="{FF2B5EF4-FFF2-40B4-BE49-F238E27FC236}">
                <a16:creationId xmlns:a16="http://schemas.microsoft.com/office/drawing/2014/main" id="{4ABE2589-2090-E106-11CF-3CCACD975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4721" y="1465512"/>
            <a:ext cx="3929332" cy="2223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386698"/>
      </p:ext>
    </p:extLst>
  </p:cSld>
  <p:clrMapOvr>
    <a:masterClrMapping/>
  </p:clrMapOvr>
</p:sld>
</file>

<file path=ppt/theme/theme1.xml><?xml version="1.0" encoding="utf-8"?>
<a:theme xmlns:a="http://schemas.openxmlformats.org/drawingml/2006/main" name="Business Process Infographics by Slidesgo">
  <a:themeElements>
    <a:clrScheme name="Simple Light">
      <a:dk1>
        <a:srgbClr val="00B2BC"/>
      </a:dk1>
      <a:lt1>
        <a:srgbClr val="2AA964"/>
      </a:lt1>
      <a:dk2>
        <a:srgbClr val="97C153"/>
      </a:dk2>
      <a:lt2>
        <a:srgbClr val="000000"/>
      </a:lt2>
      <a:accent1>
        <a:srgbClr val="00B2BC"/>
      </a:accent1>
      <a:accent2>
        <a:srgbClr val="2AA964"/>
      </a:accent2>
      <a:accent3>
        <a:srgbClr val="97C153"/>
      </a:accent3>
      <a:accent4>
        <a:srgbClr val="FFE641"/>
      </a:accent4>
      <a:accent5>
        <a:srgbClr val="F9B93D"/>
      </a:accent5>
      <a:accent6>
        <a:srgbClr val="F48F35"/>
      </a:accent6>
      <a:hlink>
        <a:srgbClr val="00B2B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12</Slides>
  <Notes>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Business Process Infographics by Slidesgo</vt:lpstr>
      <vt:lpstr>Building-IT</vt:lpstr>
      <vt:lpstr>O nosso Projeto : Building-IT</vt:lpstr>
      <vt:lpstr>Requisitos do Building-IT</vt:lpstr>
      <vt:lpstr>Requisitos do Building-IT</vt:lpstr>
      <vt:lpstr>Organização modular</vt:lpstr>
      <vt:lpstr>Interface do utilizador</vt:lpstr>
      <vt:lpstr>Interface de comunicação com o servidor</vt:lpstr>
      <vt:lpstr>Sistemas externos</vt:lpstr>
      <vt:lpstr>Estratégia de implementação</vt:lpstr>
      <vt:lpstr>História de Utilização</vt:lpstr>
      <vt:lpstr>História de Utilização</vt:lpstr>
      <vt:lpstr>História de Utilização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PROCESS</dc:title>
  <dc:creator>Daniel Emídio</dc:creator>
  <cp:revision>1</cp:revision>
  <dcterms:modified xsi:type="dcterms:W3CDTF">2024-05-20T15:58:02Z</dcterms:modified>
</cp:coreProperties>
</file>