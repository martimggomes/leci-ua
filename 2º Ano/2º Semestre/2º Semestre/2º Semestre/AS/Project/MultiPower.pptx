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7" r:id="rId5"/>
    <p:sldId id="258" r:id="rId6"/>
    <p:sldId id="263" r:id="rId7"/>
    <p:sldId id="259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EB12D-0F18-4CC9-74C1-4471C4AD3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652203-B7AB-35DC-D7FB-7AC79628D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979D7F4-B215-6469-DBC4-F92CA880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1B9A5CD-99D0-AF09-F381-6757B60E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0245EA4-42CC-3522-8775-450EC7A7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747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6C0C-8E90-B6BE-9972-63EF049C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A2A2A64-F5E8-D3B4-4851-C2B599CF5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449196-944C-B843-84C0-704877274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E4FAFEB-EE7B-AC28-85D8-21EF74939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06BFC70-4491-C61E-BF58-F0F96215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063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0129C-6C1D-D837-F5C8-022825B3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AA484A1-513D-EA9A-6354-F10649FC6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34182D-DBDE-6D3F-AA00-A47145C1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D615280-3B10-27F7-472B-35EDED9B9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6B30AE6-8857-9C03-3DEC-432A051F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498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50F1D-D268-6DDD-1AE5-25AF9310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6EAF3E6-F2AC-D12C-AE17-9D2664F78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026AF65-4A0C-2DC6-0550-50EB292269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5865F80F-1487-B90E-264E-58E40078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DEEF35D-7E5F-265B-C23A-FEC23D8F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7FCC123-D2EA-5C30-3B3C-891C5B31E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0840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FF517-D995-8F52-E56B-C765707D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19A24A8-07F4-135D-0DD7-2D027DBFF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3850E7C-CD6B-8C32-160C-9E666176E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0F763DB7-ABD4-95CB-46F1-9673DE25B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4E62032-C078-AFA5-A5E4-FDC041CC7F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14C528E-BF99-6591-D90A-0F8F1D2A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40DB3CD-B2FC-8DA9-EE36-7A8032DD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D83AE032-7CE9-E6E1-B77B-2AC3AFA5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9463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2E9A3-EE13-17A2-8735-DA616B2B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83EC1AF-7EBA-AFBA-6C44-16ED3F601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DAF586B1-5C79-A0AD-E56D-E873FC6E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38CBE53-71DE-B495-2EF8-56CD483E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3665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4791CBE-617A-EDED-5F0A-63A5335C7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21A8930-DA2D-F784-A853-8C1225F6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4452868-6C0D-BAA4-3E91-68BCE57C5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1632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5F104-A878-85C0-0C8E-3103A0E4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C45A8D6-265A-45C5-FEE6-E1E2FBDFF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063B281-5AE0-3B0E-9EA4-4ACAE655A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52D4AF1-075B-387A-3A6A-0DB5AB62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D54EC94-D981-8EDD-8E1E-20FE2E73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CAE4D22-5DAE-BA15-E641-1B6950F8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71623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CB77E-74B6-82E7-C3FF-DA93A1AE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A7672FC6-4DF5-B8DD-CA86-713EEBA8C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D0D2044-7DAC-89EB-61FF-68D1ED2AB0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2F28A9DC-719A-CAA8-C910-2DC4C990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E86053B-B385-6F0C-70D4-F67FC2A0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DA0133BB-918E-C485-0A9A-2D1341C0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478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D24AD-9F20-2A43-1865-566C4D0E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D48650A9-382F-EE0C-CB63-E19B11AB8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4DD1DA5-6862-649B-9BFA-AA3E91506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6347CB1-E540-B079-0364-9DB8D185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A52A59A-5EE6-CBFF-9974-5E4207E0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73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E45674-208D-E157-0099-18BDDC329A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F4A536E-C1E5-0131-01E5-78294C17B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8453740-5BB5-DF80-8BA3-E555F8CF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2984ECB-5556-B8CD-C42C-BA4FC0F9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02D0522-A4D6-3C66-6F5A-A209434F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2106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B66435A6-7CB7-2CE8-F41A-0C6DD2F0D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62FCB7C-CD1B-95B3-DC5F-F1E3BF728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19A3676-F9E9-B746-4BF7-2B723A56E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631999-EDC0-4D27-A91A-884680CDD356}" type="datetimeFigureOut">
              <a:rPr lang="pt-PT" smtClean="0"/>
              <a:t>22/02/2025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2D7CF54-CD01-5A4F-1AC3-1CCFEF464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0192BBB-F570-0294-8361-ED6C8E6B7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E9694-1644-41FA-809E-F5191B2F090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0665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843BB-8168-9F26-AD66-AE7E47DC8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 dirty="0" err="1"/>
              <a:t>MultiPower</a:t>
            </a:r>
            <a:endParaRPr lang="pt-PT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70CAE6-24A7-1152-2C99-7DEC0E37AC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pt-PT" dirty="0"/>
              <a:t>Fernando Ferreira-119758</a:t>
            </a:r>
          </a:p>
          <a:p>
            <a:r>
              <a:rPr lang="pt-PT" dirty="0"/>
              <a:t>Martim Gomes- 119488</a:t>
            </a:r>
          </a:p>
          <a:p>
            <a:r>
              <a:rPr lang="pt-PT" dirty="0"/>
              <a:t>André Silva- 119480</a:t>
            </a:r>
          </a:p>
          <a:p>
            <a:r>
              <a:rPr lang="pt-PT" dirty="0"/>
              <a:t>José Mota- 113985</a:t>
            </a:r>
          </a:p>
        </p:txBody>
      </p:sp>
    </p:spTree>
    <p:extLst>
      <p:ext uri="{BB962C8B-B14F-4D97-AF65-F5344CB8AC3E}">
        <p14:creationId xmlns:p14="http://schemas.microsoft.com/office/powerpoint/2010/main" val="2506338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9E371-61CB-1826-770E-EBEFF123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000" b="1" dirty="0" err="1"/>
              <a:t>MultiPower</a:t>
            </a:r>
            <a:r>
              <a:rPr lang="pt-PT" sz="4000" b="1" dirty="0"/>
              <a:t>, o que é?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F95AB82-03EB-52C2-5338-DAFD282F4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A89B8C8-48CF-C36C-6149-A04AACF4707C}"/>
              </a:ext>
            </a:extLst>
          </p:cNvPr>
          <p:cNvSpPr/>
          <p:nvPr/>
        </p:nvSpPr>
        <p:spPr>
          <a:xfrm>
            <a:off x="1671484" y="3087329"/>
            <a:ext cx="1995948" cy="1140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Aplicação móvel e web</a:t>
            </a:r>
          </a:p>
        </p:txBody>
      </p:sp>
      <p:cxnSp>
        <p:nvCxnSpPr>
          <p:cNvPr id="6" name="Conexão reta unidirecional 5">
            <a:extLst>
              <a:ext uri="{FF2B5EF4-FFF2-40B4-BE49-F238E27FC236}">
                <a16:creationId xmlns:a16="http://schemas.microsoft.com/office/drawing/2014/main" id="{95BFFA7D-7302-D0DD-F039-A79250A5B6CD}"/>
              </a:ext>
            </a:extLst>
          </p:cNvPr>
          <p:cNvCxnSpPr>
            <a:cxnSpLocks/>
          </p:cNvCxnSpPr>
          <p:nvPr/>
        </p:nvCxnSpPr>
        <p:spPr>
          <a:xfrm>
            <a:off x="3667432" y="3770671"/>
            <a:ext cx="12978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F1292E99-C47A-5372-252C-805E017AFBE5}"/>
              </a:ext>
            </a:extLst>
          </p:cNvPr>
          <p:cNvSpPr/>
          <p:nvPr/>
        </p:nvSpPr>
        <p:spPr>
          <a:xfrm>
            <a:off x="4965289" y="3087329"/>
            <a:ext cx="1759975" cy="1140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Facilita o carregamento de veículos elétricos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5255EDC9-8B4E-A475-0680-1EE866C7A4DE}"/>
              </a:ext>
            </a:extLst>
          </p:cNvPr>
          <p:cNvCxnSpPr>
            <a:cxnSpLocks/>
          </p:cNvCxnSpPr>
          <p:nvPr/>
        </p:nvCxnSpPr>
        <p:spPr>
          <a:xfrm flipV="1">
            <a:off x="6725264" y="3323303"/>
            <a:ext cx="963562" cy="447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18650748-3A13-9093-C162-4C14BAADA881}"/>
              </a:ext>
            </a:extLst>
          </p:cNvPr>
          <p:cNvSpPr/>
          <p:nvPr/>
        </p:nvSpPr>
        <p:spPr>
          <a:xfrm>
            <a:off x="7688826" y="2618095"/>
            <a:ext cx="1936955" cy="1140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Promove o uso de energias renováveis</a:t>
            </a:r>
          </a:p>
        </p:txBody>
      </p: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B73546C4-624C-D747-DED2-5E989082AA37}"/>
              </a:ext>
            </a:extLst>
          </p:cNvPr>
          <p:cNvCxnSpPr>
            <a:cxnSpLocks/>
          </p:cNvCxnSpPr>
          <p:nvPr/>
        </p:nvCxnSpPr>
        <p:spPr>
          <a:xfrm>
            <a:off x="6690851" y="3776740"/>
            <a:ext cx="997974" cy="968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FE5CB9A0-F87B-6421-B7C3-CE88B1A9083B}"/>
              </a:ext>
            </a:extLst>
          </p:cNvPr>
          <p:cNvSpPr/>
          <p:nvPr/>
        </p:nvSpPr>
        <p:spPr>
          <a:xfrm>
            <a:off x="7688825" y="4551106"/>
            <a:ext cx="1936956" cy="1387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800" b="0" i="0" u="none" strike="noStrike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Garante  tecnologia de carregamento inteligente e eficiente</a:t>
            </a:r>
            <a:endParaRPr lang="pt-P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60842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3EF5AF-42FF-A8A0-1498-ED4C95E0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pt-PT" sz="4000" b="1" dirty="0"/>
              <a:t>Transformação digital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A880871-3F6F-2155-86D8-E986CDB4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pt-PT" sz="2000" dirty="0"/>
              <a:t>A quantidade de pessoas que optam por veículos elétricos está a aumentar significativamente, daí a necessidade de uma aplicação móvel e web para acompanhar este crescimento. </a:t>
            </a:r>
          </a:p>
          <a:p>
            <a:endParaRPr lang="pt-PT" sz="2000" dirty="0"/>
          </a:p>
          <a:p>
            <a:r>
              <a:rPr lang="pt-PT" sz="2000" dirty="0"/>
              <a:t>Com a </a:t>
            </a:r>
            <a:r>
              <a:rPr lang="pt-PT" sz="2000" dirty="0" err="1"/>
              <a:t>Multipower</a:t>
            </a:r>
            <a:r>
              <a:rPr lang="pt-PT" sz="2000" dirty="0"/>
              <a:t>, é possível não só acompanhar este crescimento exponencial como também inovar, tornando o carregamento mais eficiente e acessível!</a:t>
            </a:r>
          </a:p>
          <a:p>
            <a:endParaRPr lang="pt-PT" sz="2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6274FB7-0EF9-C2F8-10BF-BD86C43D93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54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126994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Marcador de Posição de Conteúdo 6" descr="Uma imagem com Gráficos, verde, design gráfico, design&#10;&#10;Os conteúdos gerados por IA poderão estar incorretos.">
            <a:extLst>
              <a:ext uri="{FF2B5EF4-FFF2-40B4-BE49-F238E27FC236}">
                <a16:creationId xmlns:a16="http://schemas.microsoft.com/office/drawing/2014/main" id="{0E954CB6-8944-F745-5296-8B3B2C80D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46" r="6668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17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B45410-B067-E63D-FD84-CAFE60EA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pt-PT" sz="4000" b="1" dirty="0"/>
              <a:t>Promotor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6DD0D08-62EF-C99A-95E9-B1E719A4F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800" b="1" dirty="0"/>
              <a:t>Breve </a:t>
            </a:r>
            <a:r>
              <a:rPr lang="en-US" sz="1800" b="1" dirty="0" err="1"/>
              <a:t>caracterização</a:t>
            </a:r>
            <a:r>
              <a:rPr lang="en-US" sz="1800" b="1" dirty="0"/>
              <a:t> da </a:t>
            </a:r>
            <a:r>
              <a:rPr lang="en-US" sz="1800" b="1" dirty="0" err="1"/>
              <a:t>empresa</a:t>
            </a:r>
            <a:endParaRPr lang="en-US" sz="1800" b="1" dirty="0"/>
          </a:p>
          <a:p>
            <a:pPr marL="0" indent="0">
              <a:buNone/>
            </a:pPr>
            <a:r>
              <a:rPr lang="en-US" sz="1600" dirty="0"/>
              <a:t>A </a:t>
            </a:r>
            <a:r>
              <a:rPr lang="en-US" sz="1600" dirty="0" err="1"/>
              <a:t>Ecomotion</a:t>
            </a:r>
            <a:r>
              <a:rPr lang="en-US" sz="1600" dirty="0"/>
              <a:t> atua no </a:t>
            </a:r>
            <a:r>
              <a:rPr lang="en-US" sz="1600" dirty="0" err="1"/>
              <a:t>ramo</a:t>
            </a:r>
            <a:r>
              <a:rPr lang="en-US" sz="1600" dirty="0"/>
              <a:t> da </a:t>
            </a:r>
            <a:r>
              <a:rPr lang="en-US" sz="1600" dirty="0" err="1"/>
              <a:t>mobilidade</a:t>
            </a:r>
            <a:r>
              <a:rPr lang="en-US" sz="1600" dirty="0"/>
              <a:t> </a:t>
            </a:r>
            <a:r>
              <a:rPr lang="en-US" sz="1600" dirty="0" err="1"/>
              <a:t>elétrica</a:t>
            </a:r>
            <a:r>
              <a:rPr lang="en-US" sz="1600" dirty="0"/>
              <a:t> e é </a:t>
            </a:r>
            <a:r>
              <a:rPr lang="en-US" sz="1600" dirty="0" err="1"/>
              <a:t>responsável</a:t>
            </a:r>
            <a:r>
              <a:rPr lang="en-US" sz="1600" dirty="0"/>
              <a:t> </a:t>
            </a:r>
            <a:r>
              <a:rPr lang="en-US" sz="1600" dirty="0" err="1"/>
              <a:t>pelo</a:t>
            </a:r>
            <a:r>
              <a:rPr lang="en-US" sz="1600" dirty="0"/>
              <a:t> </a:t>
            </a:r>
            <a:r>
              <a:rPr lang="en-US" sz="1600" dirty="0" err="1"/>
              <a:t>desenvolvimento</a:t>
            </a:r>
            <a:r>
              <a:rPr lang="en-US" sz="1600" dirty="0"/>
              <a:t> de </a:t>
            </a:r>
            <a:r>
              <a:rPr lang="en-US" sz="1600" dirty="0" err="1"/>
              <a:t>produtos</a:t>
            </a:r>
            <a:r>
              <a:rPr lang="en-US" sz="1600" dirty="0"/>
              <a:t> e </a:t>
            </a:r>
            <a:r>
              <a:rPr lang="en-US" sz="1600" dirty="0" err="1"/>
              <a:t>serviços</a:t>
            </a:r>
            <a:r>
              <a:rPr lang="en-US" sz="1600" dirty="0"/>
              <a:t> que </a:t>
            </a:r>
            <a:r>
              <a:rPr lang="en-US" sz="1600" dirty="0" err="1"/>
              <a:t>visam</a:t>
            </a:r>
            <a:r>
              <a:rPr lang="en-US" sz="1600" dirty="0"/>
              <a:t> a </a:t>
            </a:r>
            <a:r>
              <a:rPr lang="en-US" sz="1600" dirty="0" err="1"/>
              <a:t>otimização</a:t>
            </a:r>
            <a:r>
              <a:rPr lang="en-US" sz="1600" dirty="0"/>
              <a:t> do </a:t>
            </a:r>
            <a:r>
              <a:rPr lang="en-US" sz="1600" dirty="0" err="1"/>
              <a:t>uso</a:t>
            </a:r>
            <a:r>
              <a:rPr lang="en-US" sz="1600" dirty="0"/>
              <a:t> de </a:t>
            </a:r>
            <a:r>
              <a:rPr lang="en-US" sz="1600" dirty="0" err="1"/>
              <a:t>infraestruturas</a:t>
            </a:r>
            <a:r>
              <a:rPr lang="en-US" sz="1600" dirty="0"/>
              <a:t> de </a:t>
            </a:r>
            <a:r>
              <a:rPr lang="en-US" sz="1600" dirty="0" err="1"/>
              <a:t>carregamento</a:t>
            </a:r>
            <a:r>
              <a:rPr lang="en-US" sz="1600" dirty="0"/>
              <a:t> de </a:t>
            </a:r>
            <a:r>
              <a:rPr lang="en-US" sz="1600" dirty="0" err="1"/>
              <a:t>veiculos</a:t>
            </a:r>
            <a:r>
              <a:rPr lang="en-US" sz="1600" dirty="0"/>
              <a:t>. </a:t>
            </a:r>
          </a:p>
          <a:p>
            <a:pPr algn="just"/>
            <a:endParaRPr lang="en-US" sz="2000" dirty="0"/>
          </a:p>
          <a:p>
            <a:pPr marL="0" indent="0">
              <a:buNone/>
            </a:pPr>
            <a:r>
              <a:rPr lang="en-US" sz="1800" b="1" dirty="0" err="1"/>
              <a:t>Objetivo</a:t>
            </a:r>
            <a:r>
              <a:rPr lang="en-US" sz="1800" b="1" dirty="0"/>
              <a:t> da </a:t>
            </a:r>
            <a:r>
              <a:rPr lang="en-US" sz="1800" b="1" dirty="0" err="1"/>
              <a:t>empresa</a:t>
            </a:r>
            <a:endParaRPr lang="en-US" sz="1800" b="1" dirty="0"/>
          </a:p>
          <a:p>
            <a:pPr marL="0" indent="0">
              <a:buNone/>
            </a:pPr>
            <a:r>
              <a:rPr lang="en-US" sz="1600" dirty="0" err="1"/>
              <a:t>Criar</a:t>
            </a:r>
            <a:r>
              <a:rPr lang="en-US" sz="1600" dirty="0"/>
              <a:t> e </a:t>
            </a:r>
            <a:r>
              <a:rPr lang="en-US" sz="1600" dirty="0" err="1"/>
              <a:t>desenvolver</a:t>
            </a:r>
            <a:r>
              <a:rPr lang="en-US" sz="1600" dirty="0"/>
              <a:t> o </a:t>
            </a:r>
            <a:r>
              <a:rPr lang="en-US" sz="1600" dirty="0" err="1"/>
              <a:t>produto</a:t>
            </a:r>
            <a:r>
              <a:rPr lang="en-US" sz="1600" dirty="0"/>
              <a:t> </a:t>
            </a:r>
            <a:r>
              <a:rPr lang="en-US" sz="1600" dirty="0" err="1"/>
              <a:t>MultiPower</a:t>
            </a:r>
            <a:r>
              <a:rPr lang="en-US" sz="1600" dirty="0"/>
              <a:t>(</a:t>
            </a:r>
            <a:r>
              <a:rPr lang="en-US" sz="1600" dirty="0" err="1"/>
              <a:t>plataforma</a:t>
            </a:r>
            <a:r>
              <a:rPr lang="en-US" sz="1600" dirty="0"/>
              <a:t> digital que </a:t>
            </a:r>
            <a:r>
              <a:rPr lang="en-US" sz="1600" dirty="0" err="1"/>
              <a:t>simplifica</a:t>
            </a:r>
            <a:r>
              <a:rPr lang="en-US" sz="1600" dirty="0"/>
              <a:t> </a:t>
            </a:r>
            <a:r>
              <a:rPr lang="en-US" sz="1600" dirty="0" err="1"/>
              <a:t>significativamente</a:t>
            </a:r>
            <a:r>
              <a:rPr lang="en-US" sz="1600" dirty="0"/>
              <a:t> o </a:t>
            </a:r>
            <a:r>
              <a:rPr lang="en-US" sz="1600" dirty="0" err="1"/>
              <a:t>carregamento</a:t>
            </a:r>
            <a:r>
              <a:rPr lang="en-US" sz="1600" dirty="0"/>
              <a:t> de </a:t>
            </a:r>
            <a:r>
              <a:rPr lang="en-US" sz="1600" dirty="0" err="1"/>
              <a:t>veiculos</a:t>
            </a:r>
            <a:r>
              <a:rPr lang="en-US" sz="1600" dirty="0"/>
              <a:t> </a:t>
            </a:r>
            <a:r>
              <a:rPr lang="en-US" sz="1600" dirty="0" err="1"/>
              <a:t>elétricos</a:t>
            </a:r>
            <a:r>
              <a:rPr lang="en-US" sz="1600" dirty="0"/>
              <a:t>).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301169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2EECF-489E-314F-62F9-568920CA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000" b="1" dirty="0"/>
              <a:t>Funcionalidades e diferenciação(Alto-nível)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32F363D-AB33-565D-9631-3C295A41BF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b="1" dirty="0"/>
              <a:t>Funcionalidades principais:</a:t>
            </a:r>
          </a:p>
          <a:p>
            <a:pPr>
              <a:buFontTx/>
              <a:buChar char="-"/>
            </a:pPr>
            <a:r>
              <a:rPr lang="pt-PT" sz="2000" dirty="0"/>
              <a:t>Ofertas promocionais de serviços;</a:t>
            </a:r>
          </a:p>
          <a:p>
            <a:pPr>
              <a:buFontTx/>
              <a:buChar char="-"/>
            </a:pPr>
            <a:r>
              <a:rPr lang="pt-PT" sz="2000" dirty="0"/>
              <a:t>Comparação de Preços entre diferentes postos e fornecedores;</a:t>
            </a:r>
          </a:p>
          <a:p>
            <a:pPr>
              <a:buFontTx/>
              <a:buChar char="-"/>
            </a:pPr>
            <a:r>
              <a:rPr lang="pt-PT" sz="2000" dirty="0"/>
              <a:t>Notificações frequentes acerca da disponibilidade dos postos de carregamento;</a:t>
            </a:r>
          </a:p>
          <a:p>
            <a:pPr>
              <a:buFontTx/>
              <a:buChar char="-"/>
            </a:pPr>
            <a:r>
              <a:rPr lang="pt-PT" sz="2000" dirty="0"/>
              <a:t> Uso de energias renováveis.</a:t>
            </a:r>
          </a:p>
          <a:p>
            <a:endParaRPr lang="pt-PT" dirty="0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559005E-D974-8C84-3057-AA97ACEEF4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 b="1" dirty="0"/>
              <a:t>Principais pontos de distinção:</a:t>
            </a:r>
          </a:p>
          <a:p>
            <a:pPr>
              <a:buFontTx/>
              <a:buChar char="-"/>
            </a:pPr>
            <a:r>
              <a:rPr lang="pt-PT" sz="2000" dirty="0"/>
              <a:t>Deteção e correção de problemas em tempo real;</a:t>
            </a:r>
          </a:p>
          <a:p>
            <a:pPr>
              <a:buFontTx/>
              <a:buChar char="-"/>
            </a:pPr>
            <a:r>
              <a:rPr lang="pt-PT" sz="2000" dirty="0"/>
              <a:t>Compatibilidade para diferentes tipos de veículos.</a:t>
            </a:r>
          </a:p>
        </p:txBody>
      </p:sp>
    </p:spTree>
    <p:extLst>
      <p:ext uri="{BB962C8B-B14F-4D97-AF65-F5344CB8AC3E}">
        <p14:creationId xmlns:p14="http://schemas.microsoft.com/office/powerpoint/2010/main" val="55568365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E6A37-E0FF-1462-2D80-42926AAC5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000" b="1" dirty="0"/>
              <a:t>Impacto e benefícios da solução </a:t>
            </a:r>
            <a:r>
              <a:rPr lang="pt-PT" sz="4000" b="1" dirty="0" err="1"/>
              <a:t>Multipower</a:t>
            </a:r>
            <a:endParaRPr lang="pt-PT" sz="4000" b="1" dirty="0"/>
          </a:p>
        </p:txBody>
      </p:sp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23EE1C42-2E2A-CC56-6209-7481DA492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dirty="0"/>
              <a:t>A solução imposta pelo produto </a:t>
            </a:r>
            <a:r>
              <a:rPr lang="pt-PT" sz="2000" dirty="0" err="1"/>
              <a:t>Multipower</a:t>
            </a:r>
            <a:r>
              <a:rPr lang="pt-PT" sz="2000" dirty="0"/>
              <a:t> gera benefícios para diversas áreas:</a:t>
            </a:r>
          </a:p>
          <a:p>
            <a:pPr marL="0" indent="0">
              <a:buNone/>
            </a:pPr>
            <a:endParaRPr lang="pt-PT" sz="2000" dirty="0"/>
          </a:p>
          <a:p>
            <a:r>
              <a:rPr lang="pt-PT" sz="2000" dirty="0"/>
              <a:t>Valorização da mobilidade elétrica</a:t>
            </a:r>
          </a:p>
          <a:p>
            <a:r>
              <a:rPr lang="pt-PT" sz="2000" dirty="0"/>
              <a:t>Gerenciamento inteligente dos clientes da energia</a:t>
            </a:r>
          </a:p>
          <a:p>
            <a:r>
              <a:rPr lang="pt-PT" sz="2000" dirty="0"/>
              <a:t>Priorização do uso de fontes renováveis</a:t>
            </a:r>
          </a:p>
          <a:p>
            <a:r>
              <a:rPr lang="pt-PT" sz="2000" dirty="0"/>
              <a:t>Otimização do consumo energético</a:t>
            </a:r>
          </a:p>
        </p:txBody>
      </p:sp>
    </p:spTree>
    <p:extLst>
      <p:ext uri="{BB962C8B-B14F-4D97-AF65-F5344CB8AC3E}">
        <p14:creationId xmlns:p14="http://schemas.microsoft.com/office/powerpoint/2010/main" val="441525100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B5AFC1-5254-4BAD-9982-60C83E40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422" y="851393"/>
            <a:ext cx="4805996" cy="5860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Stakeholders</a:t>
            </a:r>
          </a:p>
        </p:txBody>
      </p:sp>
      <p:pic>
        <p:nvPicPr>
          <p:cNvPr id="9" name="Graphic 8" descr="Utilizadores">
            <a:extLst>
              <a:ext uri="{FF2B5EF4-FFF2-40B4-BE49-F238E27FC236}">
                <a16:creationId xmlns:a16="http://schemas.microsoft.com/office/drawing/2014/main" id="{C64CBBC9-49E6-ED2A-CA2B-92181D362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1B05FFB3-44FE-1134-F48D-30C1E3D37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655591"/>
              </p:ext>
            </p:extLst>
          </p:nvPr>
        </p:nvGraphicFramePr>
        <p:xfrm>
          <a:off x="6539062" y="1543665"/>
          <a:ext cx="4562168" cy="3490451"/>
        </p:xfrm>
        <a:graphic>
          <a:graphicData uri="http://schemas.openxmlformats.org/drawingml/2006/table">
            <a:tbl>
              <a:tblPr/>
              <a:tblGrid>
                <a:gridCol w="4562168">
                  <a:extLst>
                    <a:ext uri="{9D8B030D-6E8A-4147-A177-3AD203B41FA5}">
                      <a16:colId xmlns:a16="http://schemas.microsoft.com/office/drawing/2014/main" val="3239902793"/>
                    </a:ext>
                  </a:extLst>
                </a:gridCol>
              </a:tblGrid>
              <a:tr h="3490451">
                <a:tc>
                  <a:txBody>
                    <a:bodyPr/>
                    <a:lstStyle/>
                    <a:p>
                      <a:pPr marL="285750" indent="-285750" algn="just" rtl="0" fontAlgn="t">
                        <a:buFont typeface="Wingdings" panose="05000000000000000000" pitchFamily="2" charset="2"/>
                        <a:buChar char="ü"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Os </a:t>
                      </a:r>
                      <a:r>
                        <a:rPr lang="pt-PT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stakeholders</a:t>
                      </a: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 presentes são a própria empresa cliente, condutores de veículos elétricos e proprietários de estações de carregamento. </a:t>
                      </a:r>
                    </a:p>
                    <a:p>
                      <a:pPr marL="285750" indent="-285750" algn="just" rtl="0" fontAlgn="t">
                        <a:buFont typeface="Wingdings" panose="05000000000000000000" pitchFamily="2" charset="2"/>
                        <a:buChar char="ü"/>
                      </a:pPr>
                      <a:endParaRPr lang="pt-PT" sz="18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285750" marR="0" lvl="0" indent="-28575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pt-PT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Tanto uns como outros vão tirar proveito do produto. Um exemplo deste proveito é que os proprietários de estações de carregamento ganham maior visibilidade, facilitando assim a expansão dos seus negócios. </a:t>
                      </a:r>
                    </a:p>
                    <a:p>
                      <a:pPr rtl="0" fontAlgn="t"/>
                      <a:endParaRPr lang="pt-PT" sz="1800" dirty="0">
                        <a:effectLst/>
                      </a:endParaRPr>
                    </a:p>
                  </a:txBody>
                  <a:tcPr marL="73025" marR="730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20572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E358F2BB-FA36-EE7C-3CD0-4B973AC1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016" y="1815320"/>
            <a:ext cx="541731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8069211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304</Words>
  <Application>Microsoft Office PowerPoint</Application>
  <PresentationFormat>Ecrã Panorâmico</PresentationFormat>
  <Paragraphs>41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Tema do Office</vt:lpstr>
      <vt:lpstr>MultiPower</vt:lpstr>
      <vt:lpstr>MultiPower, o que é?</vt:lpstr>
      <vt:lpstr>Transformação digital</vt:lpstr>
      <vt:lpstr>Promotor</vt:lpstr>
      <vt:lpstr>Funcionalidades e diferenciação(Alto-nível)</vt:lpstr>
      <vt:lpstr>Impacto e benefícios da solução Multipower</vt:lpstr>
      <vt:lpstr>Stakeholders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Ferreira</dc:creator>
  <cp:lastModifiedBy>Fernando Ferreira</cp:lastModifiedBy>
  <cp:revision>1</cp:revision>
  <dcterms:created xsi:type="dcterms:W3CDTF">2025-02-22T20:31:54Z</dcterms:created>
  <dcterms:modified xsi:type="dcterms:W3CDTF">2025-02-22T22:30:25Z</dcterms:modified>
</cp:coreProperties>
</file>